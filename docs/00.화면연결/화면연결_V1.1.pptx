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3" r:id="rId2"/>
    <p:sldId id="257" r:id="rId3"/>
    <p:sldId id="258" r:id="rId4"/>
    <p:sldId id="284" r:id="rId5"/>
    <p:sldId id="290" r:id="rId6"/>
    <p:sldId id="291" r:id="rId7"/>
    <p:sldId id="286" r:id="rId8"/>
    <p:sldId id="287" r:id="rId9"/>
    <p:sldId id="288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57" userDrawn="1">
          <p15:clr>
            <a:srgbClr val="A4A3A4"/>
          </p15:clr>
        </p15:guide>
        <p15:guide id="2" pos="536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7DEA4"/>
    <a:srgbClr val="7A90D3"/>
    <a:srgbClr val="5B89FF"/>
    <a:srgbClr val="F2F4FA"/>
    <a:srgbClr val="F6F6F6"/>
    <a:srgbClr val="91D22B"/>
    <a:srgbClr val="FF924C"/>
    <a:srgbClr val="769CFF"/>
    <a:srgbClr val="CDF5FF"/>
    <a:srgbClr val="16B7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17F75B-C724-4E48-8442-C73D05D501D8}" v="1" dt="2024-09-10T06:32:45.0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293" autoAdjust="0"/>
    <p:restoredTop sz="97444" autoAdjust="0"/>
  </p:normalViewPr>
  <p:slideViewPr>
    <p:cSldViewPr snapToGrid="0">
      <p:cViewPr>
        <p:scale>
          <a:sx n="125" d="100"/>
          <a:sy n="125" d="100"/>
        </p:scale>
        <p:origin x="414" y="-102"/>
      </p:cViewPr>
      <p:guideLst>
        <p:guide pos="257"/>
        <p:guide pos="5360"/>
        <p:guide orient="horz" pos="216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G Park" userId="6f830dcfc36f2257" providerId="LiveId" clId="{7D17F75B-C724-4E48-8442-C73D05D501D8}"/>
    <pc:docChg chg="custSel modSld">
      <pc:chgData name="HG Park" userId="6f830dcfc36f2257" providerId="LiveId" clId="{7D17F75B-C724-4E48-8442-C73D05D501D8}" dt="2024-09-10T06:38:33.368" v="234" actId="2165"/>
      <pc:docMkLst>
        <pc:docMk/>
      </pc:docMkLst>
      <pc:sldChg chg="addSp modSp mod">
        <pc:chgData name="HG Park" userId="6f830dcfc36f2257" providerId="LiveId" clId="{7D17F75B-C724-4E48-8442-C73D05D501D8}" dt="2024-09-10T06:38:33.368" v="234" actId="2165"/>
        <pc:sldMkLst>
          <pc:docMk/>
          <pc:sldMk cId="3310541791" sldId="257"/>
        </pc:sldMkLst>
        <pc:graphicFrameChg chg="mod modGraphic">
          <ac:chgData name="HG Park" userId="6f830dcfc36f2257" providerId="LiveId" clId="{7D17F75B-C724-4E48-8442-C73D05D501D8}" dt="2024-09-10T06:38:33.368" v="234" actId="2165"/>
          <ac:graphicFrameMkLst>
            <pc:docMk/>
            <pc:sldMk cId="3310541791" sldId="257"/>
            <ac:graphicFrameMk id="3" creationId="{67E3646F-671D-06DC-1AFE-805678306D99}"/>
          </ac:graphicFrameMkLst>
        </pc:graphicFrameChg>
        <pc:graphicFrameChg chg="add mod modGraphic">
          <ac:chgData name="HG Park" userId="6f830dcfc36f2257" providerId="LiveId" clId="{7D17F75B-C724-4E48-8442-C73D05D501D8}" dt="2024-09-10T06:38:16.632" v="215" actId="122"/>
          <ac:graphicFrameMkLst>
            <pc:docMk/>
            <pc:sldMk cId="3310541791" sldId="257"/>
            <ac:graphicFrameMk id="4" creationId="{4FF9176D-25B1-A375-FFE2-724905E1BB9C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4F2ABB-7C72-370E-1C72-36D92E35B8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0" y="3069000"/>
            <a:ext cx="5381582" cy="360000"/>
          </a:xfrm>
        </p:spPr>
        <p:txBody>
          <a:bodyPr lIns="0" tIns="0" rIns="0" bIns="0" anchor="ctr">
            <a:noAutofit/>
          </a:bodyPr>
          <a:lstStyle>
            <a:lvl1pPr algn="r">
              <a:defRPr sz="4000" baseline="0">
                <a:solidFill>
                  <a:srgbClr val="29277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</a:lstStyle>
          <a:p>
            <a:r>
              <a:rPr lang="en-US" altLang="ko-KR" dirty="0"/>
              <a:t>ADMIN </a:t>
            </a:r>
            <a:r>
              <a:rPr lang="ko-KR" altLang="en-US" dirty="0" err="1"/>
              <a:t>화면설계서</a:t>
            </a:r>
            <a:endParaRPr lang="ko-KR" altLang="en-US" dirty="0"/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B04F2ABB-7C72-370E-1C72-36D92E35B892}"/>
              </a:ext>
            </a:extLst>
          </p:cNvPr>
          <p:cNvSpPr txBox="1">
            <a:spLocks/>
          </p:cNvSpPr>
          <p:nvPr userDrawn="1"/>
        </p:nvSpPr>
        <p:spPr>
          <a:xfrm>
            <a:off x="3917483" y="2353455"/>
            <a:ext cx="7549338" cy="51634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rgbClr val="29277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</a:lstStyle>
          <a:p>
            <a:pPr algn="r"/>
            <a:r>
              <a:rPr lang="ko-KR" altLang="en-US" sz="24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차세대 </a:t>
            </a:r>
            <a:r>
              <a:rPr lang="en-US" altLang="ko-KR" sz="24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e-HRD </a:t>
            </a:r>
            <a:r>
              <a:rPr lang="ko-KR" altLang="en-US" sz="240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시스템 구축</a:t>
            </a:r>
            <a:endParaRPr lang="en-US" altLang="ko-KR" sz="2400" dirty="0">
              <a:solidFill>
                <a:schemeClr val="tx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pic>
        <p:nvPicPr>
          <p:cNvPr id="8" name="Picture 0">
            <a:extLst>
              <a:ext uri="{FF2B5EF4-FFF2-40B4-BE49-F238E27FC236}">
                <a16:creationId xmlns:a16="http://schemas.microsoft.com/office/drawing/2014/main" id="{10FD0D51-D173-398E-34AA-7F6B7331AAC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01051" y="5789913"/>
            <a:ext cx="2170057" cy="569140"/>
          </a:xfrm>
          <a:prstGeom prst="rect">
            <a:avLst/>
          </a:prstGeom>
          <a:noFill/>
          <a:ln>
            <a:noFill/>
          </a:ln>
          <a:effectLst/>
        </p:spPr>
      </p:pic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E0BAB0F3-2088-090D-C00A-9B39B11B6CFC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756425736"/>
              </p:ext>
            </p:extLst>
          </p:nvPr>
        </p:nvGraphicFramePr>
        <p:xfrm>
          <a:off x="345507" y="557741"/>
          <a:ext cx="2857500" cy="957943"/>
        </p:xfrm>
        <a:graphic>
          <a:graphicData uri="http://schemas.openxmlformats.org/drawingml/2006/table">
            <a:tbl>
              <a:tblPr/>
              <a:tblGrid>
                <a:gridCol w="1457325">
                  <a:extLst>
                    <a:ext uri="{9D8B030D-6E8A-4147-A177-3AD203B41FA5}">
                      <a16:colId xmlns:a16="http://schemas.microsoft.com/office/drawing/2014/main" val="1411911562"/>
                    </a:ext>
                  </a:extLst>
                </a:gridCol>
                <a:gridCol w="1400175">
                  <a:extLst>
                    <a:ext uri="{9D8B030D-6E8A-4147-A177-3AD203B41FA5}">
                      <a16:colId xmlns:a16="http://schemas.microsoft.com/office/drawing/2014/main" val="2113739705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문서관리번호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A001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9036465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본 문서는 임의로 복사되거나</a:t>
                      </a:r>
                      <a:br>
                        <a:rPr lang="ko-KR" altLang="en-US" sz="10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0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배포될 수 없음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5416903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배포번호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7062577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F67705C1-C92A-1528-A18D-DA7EC97F0A8F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317983323"/>
              </p:ext>
            </p:extLst>
          </p:nvPr>
        </p:nvGraphicFramePr>
        <p:xfrm>
          <a:off x="9295121" y="557743"/>
          <a:ext cx="2171700" cy="957942"/>
        </p:xfrm>
        <a:graphic>
          <a:graphicData uri="http://schemas.openxmlformats.org/drawingml/2006/table">
            <a:tbl>
              <a:tblPr/>
              <a:tblGrid>
                <a:gridCol w="1013460">
                  <a:extLst>
                    <a:ext uri="{9D8B030D-6E8A-4147-A177-3AD203B41FA5}">
                      <a16:colId xmlns:a16="http://schemas.microsoft.com/office/drawing/2014/main" val="1008722038"/>
                    </a:ext>
                  </a:extLst>
                </a:gridCol>
                <a:gridCol w="1158240">
                  <a:extLst>
                    <a:ext uri="{9D8B030D-6E8A-4147-A177-3AD203B41FA5}">
                      <a16:colId xmlns:a16="http://schemas.microsoft.com/office/drawing/2014/main" val="2817241134"/>
                    </a:ext>
                  </a:extLst>
                </a:gridCol>
              </a:tblGrid>
              <a:tr h="27798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비밀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대외비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4089016"/>
                  </a:ext>
                </a:extLst>
              </a:tr>
              <a:tr h="342362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Controlled Copy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43" marR="5443" marT="544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7745399"/>
                  </a:ext>
                </a:extLst>
              </a:tr>
              <a:tr h="337596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 리 본 문 서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36584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049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3B0308F0-B978-82AF-574A-370E494AE885}"/>
              </a:ext>
            </a:extLst>
          </p:cNvPr>
          <p:cNvSpPr/>
          <p:nvPr userDrawn="1"/>
        </p:nvSpPr>
        <p:spPr>
          <a:xfrm>
            <a:off x="0" y="1053408"/>
            <a:ext cx="4511824" cy="720000"/>
          </a:xfrm>
          <a:prstGeom prst="rect">
            <a:avLst/>
          </a:prstGeom>
          <a:solidFill>
            <a:srgbClr val="29277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7721251-16BC-C7AD-BE69-2F747ECCA4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416" y="1125416"/>
            <a:ext cx="3600000" cy="576000"/>
          </a:xfrm>
        </p:spPr>
        <p:txBody>
          <a:bodyPr lIns="0" tIns="0" rIns="0" bIns="0" anchor="ctr">
            <a:normAutofit/>
          </a:bodyPr>
          <a:lstStyle>
            <a:lvl1pPr>
              <a:defRPr sz="2400">
                <a:solidFill>
                  <a:schemeClr val="bg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</a:lstStyle>
          <a:p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F7A547E3-4181-964D-B69B-133DC8D11CD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1224" y="1989262"/>
            <a:ext cx="9289232" cy="2159818"/>
          </a:xfrm>
        </p:spPr>
        <p:txBody>
          <a:bodyPr numCol="2">
            <a:normAutofit/>
          </a:bodyPr>
          <a:lstStyle>
            <a:lvl1pPr marL="180000" indent="-180000">
              <a:buFont typeface="Wingdings" panose="05000000000000000000" pitchFamily="2" charset="2"/>
              <a:buChar char="§"/>
              <a:defRPr sz="16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>
              <a:buFont typeface="Wingdings" panose="05000000000000000000" pitchFamily="2" charset="2"/>
              <a:buChar char="§"/>
              <a:defRPr sz="16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600"/>
            </a:lvl4pPr>
            <a:lvl5pPr marL="2057400" indent="-228600"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 altLang="ko-KR" dirty="0"/>
              <a:t>Text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153207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5F9EB0CB-7E35-0F05-15B1-BE76E0D62BD3}"/>
              </a:ext>
            </a:extLst>
          </p:cNvPr>
          <p:cNvSpPr/>
          <p:nvPr userDrawn="1"/>
        </p:nvSpPr>
        <p:spPr>
          <a:xfrm>
            <a:off x="119337" y="548680"/>
            <a:ext cx="11953328" cy="5975945"/>
          </a:xfrm>
          <a:prstGeom prst="roundRect">
            <a:avLst>
              <a:gd name="adj" fmla="val 13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2475212-ED35-AD99-A032-4BB91F8441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5360" y="116672"/>
            <a:ext cx="8640000" cy="360000"/>
          </a:xfrm>
        </p:spPr>
        <p:txBody>
          <a:bodyPr lIns="0" tIns="0" rIns="0" bIns="0">
            <a:normAutofit/>
          </a:bodyPr>
          <a:lstStyle>
            <a:lvl1pPr>
              <a:defRPr sz="20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defRPr>
            </a:lvl1pPr>
          </a:lstStyle>
          <a:p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DE9FD00-7657-B734-D78E-A1DFB7703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80000" y="6669376"/>
            <a:ext cx="432000" cy="144000"/>
          </a:xfrm>
        </p:spPr>
        <p:txBody>
          <a:bodyPr lIns="0" tIns="0" rIns="0" bIns="0"/>
          <a:lstStyle>
            <a:lvl1pPr algn="ctr">
              <a:defRPr sz="900">
                <a:solidFill>
                  <a:srgbClr val="788595"/>
                </a:solidFill>
              </a:defRPr>
            </a:lvl1pPr>
          </a:lstStyle>
          <a:p>
            <a:fld id="{F4DDC248-BFE3-4912-9AF4-AAF533DF914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C453DA9-E434-F956-A444-0AE1A98D8F91}"/>
              </a:ext>
            </a:extLst>
          </p:cNvPr>
          <p:cNvSpPr/>
          <p:nvPr userDrawn="1"/>
        </p:nvSpPr>
        <p:spPr>
          <a:xfrm>
            <a:off x="119337" y="0"/>
            <a:ext cx="144000" cy="473233"/>
          </a:xfrm>
          <a:prstGeom prst="rect">
            <a:avLst/>
          </a:prstGeom>
          <a:solidFill>
            <a:srgbClr val="29277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Picture 1">
            <a:extLst>
              <a:ext uri="{FF2B5EF4-FFF2-40B4-BE49-F238E27FC236}">
                <a16:creationId xmlns:a16="http://schemas.microsoft.com/office/drawing/2014/main" id="{28DE7D5A-8381-1C5E-BF24-03BAE6316E3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7866" y="6541386"/>
            <a:ext cx="1207205" cy="316614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1" name="Picture 4">
            <a:extLst>
              <a:ext uri="{FF2B5EF4-FFF2-40B4-BE49-F238E27FC236}">
                <a16:creationId xmlns:a16="http://schemas.microsoft.com/office/drawing/2014/main" id="{C0C99000-C592-76E1-DC6D-88D535DEC6C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r="71813" b="7687"/>
          <a:stretch>
            <a:fillRect/>
          </a:stretch>
        </p:blipFill>
        <p:spPr>
          <a:xfrm>
            <a:off x="56853" y="6602397"/>
            <a:ext cx="1240481" cy="242580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4670781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51">
          <p15:clr>
            <a:srgbClr val="FBAE40"/>
          </p15:clr>
        </p15:guide>
        <p15:guide id="2" pos="3840">
          <p15:clr>
            <a:srgbClr val="FBAE40"/>
          </p15:clr>
        </p15:guide>
        <p15:guide id="3" pos="211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482">
          <p15:clr>
            <a:srgbClr val="FBAE40"/>
          </p15:clr>
        </p15:guide>
        <p15:guide id="6" orient="horz" pos="402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만"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5F9EB0CB-7E35-0F05-15B1-BE76E0D62BD3}"/>
              </a:ext>
            </a:extLst>
          </p:cNvPr>
          <p:cNvSpPr/>
          <p:nvPr userDrawn="1"/>
        </p:nvSpPr>
        <p:spPr>
          <a:xfrm>
            <a:off x="119337" y="548680"/>
            <a:ext cx="11953328" cy="5975945"/>
          </a:xfrm>
          <a:prstGeom prst="roundRect">
            <a:avLst>
              <a:gd name="adj" fmla="val 13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DE9FD00-7657-B734-D78E-A1DFB7703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80000" y="6669376"/>
            <a:ext cx="432000" cy="144000"/>
          </a:xfrm>
        </p:spPr>
        <p:txBody>
          <a:bodyPr lIns="0" tIns="0" rIns="0" bIns="0"/>
          <a:lstStyle>
            <a:lvl1pPr algn="ctr">
              <a:defRPr sz="900">
                <a:solidFill>
                  <a:srgbClr val="788595"/>
                </a:solidFill>
              </a:defRPr>
            </a:lvl1pPr>
          </a:lstStyle>
          <a:p>
            <a:fld id="{F4DDC248-BFE3-4912-9AF4-AAF533DF914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0" name="Picture 1">
            <a:extLst>
              <a:ext uri="{FF2B5EF4-FFF2-40B4-BE49-F238E27FC236}">
                <a16:creationId xmlns:a16="http://schemas.microsoft.com/office/drawing/2014/main" id="{28DE7D5A-8381-1C5E-BF24-03BAE6316E3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7866" y="6541386"/>
            <a:ext cx="1207205" cy="316614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1" name="Picture 4">
            <a:extLst>
              <a:ext uri="{FF2B5EF4-FFF2-40B4-BE49-F238E27FC236}">
                <a16:creationId xmlns:a16="http://schemas.microsoft.com/office/drawing/2014/main" id="{C0C99000-C592-76E1-DC6D-88D535DEC6C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r="71813" b="7687"/>
          <a:stretch>
            <a:fillRect/>
          </a:stretch>
        </p:blipFill>
        <p:spPr>
          <a:xfrm>
            <a:off x="56853" y="6602397"/>
            <a:ext cx="1240481" cy="242580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2138087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51">
          <p15:clr>
            <a:srgbClr val="FBAE40"/>
          </p15:clr>
        </p15:guide>
        <p15:guide id="2" pos="3840">
          <p15:clr>
            <a:srgbClr val="FBAE40"/>
          </p15:clr>
        </p15:guide>
        <p15:guide id="3" pos="211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482">
          <p15:clr>
            <a:srgbClr val="FBAE40"/>
          </p15:clr>
        </p15:guide>
        <p15:guide id="6" orient="horz" pos="402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4">
            <a:extLst>
              <a:ext uri="{FF2B5EF4-FFF2-40B4-BE49-F238E27FC236}">
                <a16:creationId xmlns:a16="http://schemas.microsoft.com/office/drawing/2014/main" id="{58746283-42DD-3854-541B-3A16D7BD0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80000" y="6669376"/>
            <a:ext cx="432000" cy="144000"/>
          </a:xfrm>
        </p:spPr>
        <p:txBody>
          <a:bodyPr lIns="0" tIns="0" rIns="0" bIns="0"/>
          <a:lstStyle>
            <a:lvl1pPr algn="ctr">
              <a:defRPr sz="900">
                <a:solidFill>
                  <a:srgbClr val="AAAAAA"/>
                </a:solidFill>
              </a:defRPr>
            </a:lvl1pPr>
          </a:lstStyle>
          <a:p>
            <a:fld id="{F4DDC248-BFE3-4912-9AF4-AAF533DF914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085A6A9B-8950-EA3E-845C-C2A68BCF5AD9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74109717"/>
              </p:ext>
            </p:extLst>
          </p:nvPr>
        </p:nvGraphicFramePr>
        <p:xfrm>
          <a:off x="47328" y="116632"/>
          <a:ext cx="8856000" cy="6480000"/>
        </p:xfrm>
        <a:graphic>
          <a:graphicData uri="http://schemas.openxmlformats.org/drawingml/2006/table">
            <a:tbl>
              <a:tblPr/>
              <a:tblGrid>
                <a:gridCol w="6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 SemiBold" panose="02000703000000020004" pitchFamily="2" charset="-127"/>
                          <a:ea typeface="Pretendard SemiBold" panose="02000703000000020004" pitchFamily="2" charset="-127"/>
                          <a:cs typeface="Pretendard SemiBold" panose="02000703000000020004" pitchFamily="2" charset="-127"/>
                        </a:rPr>
                        <a:t>프로젝트 명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retendard SemiBold" panose="02000703000000020004" pitchFamily="2" charset="-127"/>
                        <a:ea typeface="Pretendard SemiBold" panose="02000703000000020004" pitchFamily="2" charset="-127"/>
                        <a:cs typeface="Pretendard SemiBold" panose="02000703000000020004" pitchFamily="2" charset="-127"/>
                      </a:endParaRPr>
                    </a:p>
                  </a:txBody>
                  <a:tcPr marL="35998" marR="35998" marT="17999" marB="17999" anchor="ctr" horzOverflow="overflow">
                    <a:lnL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35998" marR="35998" marT="17999" marB="17999" anchor="ctr" horzOverflow="overflow">
                    <a:lnL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 SemiBold" panose="02000703000000020004" pitchFamily="2" charset="-127"/>
                          <a:ea typeface="Pretendard SemiBold" panose="02000703000000020004" pitchFamily="2" charset="-127"/>
                          <a:cs typeface="Pretendard SemiBold" panose="02000703000000020004" pitchFamily="2" charset="-127"/>
                        </a:rPr>
                        <a:t>화면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 SemiBold" panose="02000703000000020004" pitchFamily="2" charset="-127"/>
                          <a:ea typeface="Pretendard SemiBold" panose="02000703000000020004" pitchFamily="2" charset="-127"/>
                          <a:cs typeface="Pretendard SemiBold" panose="02000703000000020004" pitchFamily="2" charset="-127"/>
                        </a:rPr>
                        <a:t>ID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retendard SemiBold" panose="02000703000000020004" pitchFamily="2" charset="-127"/>
                        <a:ea typeface="Pretendard SemiBold" panose="02000703000000020004" pitchFamily="2" charset="-127"/>
                        <a:cs typeface="Pretendard SemiBold" panose="02000703000000020004" pitchFamily="2" charset="-127"/>
                      </a:endParaRPr>
                    </a:p>
                  </a:txBody>
                  <a:tcPr marL="35998" marR="35998" marT="17999" marB="17999" anchor="ctr" horzOverflow="overflow">
                    <a:lnL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35998" marR="35998" marT="17999" marB="17999" anchor="ctr" horzOverflow="overflow">
                    <a:lnL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 SemiBold" panose="02000703000000020004" pitchFamily="2" charset="-127"/>
                          <a:ea typeface="Pretendard SemiBold" panose="02000703000000020004" pitchFamily="2" charset="-127"/>
                          <a:cs typeface="Pretendard SemiBold" panose="02000703000000020004" pitchFamily="2" charset="-127"/>
                        </a:rPr>
                        <a:t>작성자</a:t>
                      </a:r>
                    </a:p>
                  </a:txBody>
                  <a:tcPr marL="35998" marR="35998" marT="17999" marB="17999" anchor="ctr" horzOverflow="overflow">
                    <a:lnL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5998" marR="35998" marT="17999" marB="17999" anchor="ctr" horzOverflow="overflow">
                    <a:lnL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 SemiBold" panose="02000703000000020004" pitchFamily="2" charset="-127"/>
                          <a:ea typeface="Pretendard SemiBold" panose="02000703000000020004" pitchFamily="2" charset="-127"/>
                          <a:cs typeface="Pretendard SemiBold" panose="02000703000000020004" pitchFamily="2" charset="-127"/>
                        </a:rPr>
                        <a:t>화면경로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retendard SemiBold" panose="02000703000000020004" pitchFamily="2" charset="-127"/>
                        <a:ea typeface="Pretendard SemiBold" panose="02000703000000020004" pitchFamily="2" charset="-127"/>
                        <a:cs typeface="Pretendard SemiBold" panose="02000703000000020004" pitchFamily="2" charset="-127"/>
                      </a:endParaRPr>
                    </a:p>
                  </a:txBody>
                  <a:tcPr marL="35998" marR="35998" marT="17999" marB="17999" anchor="ctr" horzOverflow="overflow">
                    <a:lnL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35998" marR="35998" marT="17999" marB="17999" anchor="ctr" horzOverflow="overflow">
                    <a:lnL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 SemiBold" panose="02000703000000020004" pitchFamily="2" charset="-127"/>
                          <a:ea typeface="Pretendard SemiBold" panose="02000703000000020004" pitchFamily="2" charset="-127"/>
                          <a:cs typeface="Pretendard SemiBold" panose="02000703000000020004" pitchFamily="2" charset="-127"/>
                        </a:rPr>
                        <a:t>화면명</a:t>
                      </a:r>
                    </a:p>
                  </a:txBody>
                  <a:tcPr marL="35998" marR="35998" marT="17999" marB="17999" anchor="ctr" horzOverflow="overflow">
                    <a:lnL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35998" marR="35998" marT="17999" marB="17999" anchor="ctr" horzOverflow="overflow">
                    <a:lnL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5998" marR="35998" marT="17999" marB="1799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5998" marR="35998" marT="17999" marB="1799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48000"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35998" marR="35998" marT="17999" marB="17999" anchor="ctr" horzOverflow="overflow">
                    <a:lnL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:a16="http://schemas.microsoft.com/office/drawing/2014/main" id="{44D755F8-876D-FB6D-0D55-E44043CECB8E}"/>
              </a:ext>
            </a:extLst>
          </p:cNvPr>
          <p:cNvSpPr/>
          <p:nvPr userDrawn="1"/>
        </p:nvSpPr>
        <p:spPr>
          <a:xfrm>
            <a:off x="8904312" y="620688"/>
            <a:ext cx="3240000" cy="215900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rgbClr val="7885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US" altLang="ko-KR" sz="900" b="0" i="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Description</a:t>
            </a:r>
            <a:endParaRPr lang="ko-KR" altLang="en-US" sz="900" b="0" i="0" dirty="0">
              <a:solidFill>
                <a:schemeClr val="tx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14" name="텍스트 개체 틀 2">
            <a:extLst>
              <a:ext uri="{FF2B5EF4-FFF2-40B4-BE49-F238E27FC236}">
                <a16:creationId xmlns:a16="http://schemas.microsoft.com/office/drawing/2014/main" id="{6AC97B05-743B-136D-6063-888CC360E4B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20336" y="116632"/>
            <a:ext cx="3024000" cy="504000"/>
          </a:xfrm>
          <a:prstGeom prst="rect">
            <a:avLst/>
          </a:prstGeom>
          <a:solidFill>
            <a:schemeClr val="bg1"/>
          </a:solidFill>
          <a:ln w="6350">
            <a:solidFill>
              <a:srgbClr val="788595"/>
            </a:solidFill>
          </a:ln>
        </p:spPr>
        <p:txBody>
          <a:bodyPr lIns="72000" tIns="46800" rIns="72000" bIns="46800" anchor="t">
            <a:normAutofit/>
          </a:bodyPr>
          <a:lstStyle>
            <a:lvl1pPr marL="0" indent="0">
              <a:buNone/>
              <a:defRPr sz="900" b="0" i="0">
                <a:solidFill>
                  <a:srgbClr val="8F8DD7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981DA5F-E7B9-BBCB-E6CA-59461853D543}"/>
              </a:ext>
            </a:extLst>
          </p:cNvPr>
          <p:cNvSpPr/>
          <p:nvPr userDrawn="1"/>
        </p:nvSpPr>
        <p:spPr>
          <a:xfrm>
            <a:off x="8904312" y="116756"/>
            <a:ext cx="216024" cy="504000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rgbClr val="7885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000"/>
              </a:lnSpc>
            </a:pPr>
            <a:r>
              <a:rPr lang="ko-KR" altLang="en-US" sz="900" b="0" i="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화면 목적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02EEEC0-5593-494B-D976-937C8FCA8305}"/>
              </a:ext>
            </a:extLst>
          </p:cNvPr>
          <p:cNvSpPr>
            <a:spLocks/>
          </p:cNvSpPr>
          <p:nvPr userDrawn="1"/>
        </p:nvSpPr>
        <p:spPr>
          <a:xfrm>
            <a:off x="191344" y="620632"/>
            <a:ext cx="3312000" cy="5904000"/>
          </a:xfrm>
          <a:prstGeom prst="rect">
            <a:avLst/>
          </a:prstGeom>
          <a:solidFill>
            <a:schemeClr val="bg1"/>
          </a:solidFill>
          <a:ln w="6350">
            <a:solidFill>
              <a:srgbClr val="B2BC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261F9BA-386E-6736-8A8D-5B95858276F2}"/>
              </a:ext>
            </a:extLst>
          </p:cNvPr>
          <p:cNvSpPr>
            <a:spLocks/>
          </p:cNvSpPr>
          <p:nvPr userDrawn="1"/>
        </p:nvSpPr>
        <p:spPr>
          <a:xfrm>
            <a:off x="5447928" y="620632"/>
            <a:ext cx="3312000" cy="5904000"/>
          </a:xfrm>
          <a:prstGeom prst="rect">
            <a:avLst/>
          </a:prstGeom>
          <a:solidFill>
            <a:schemeClr val="bg1"/>
          </a:solidFill>
          <a:ln w="6350">
            <a:solidFill>
              <a:srgbClr val="B2BC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텍스트 개체 틀 2">
            <a:extLst>
              <a:ext uri="{FF2B5EF4-FFF2-40B4-BE49-F238E27FC236}">
                <a16:creationId xmlns:a16="http://schemas.microsoft.com/office/drawing/2014/main" id="{6F3AC026-087D-BE05-FCC9-902FC0751A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24039" y="116632"/>
            <a:ext cx="1296988" cy="215900"/>
          </a:xfrm>
          <a:prstGeom prst="rect">
            <a:avLst/>
          </a:prstGeom>
        </p:spPr>
        <p:txBody>
          <a:bodyPr lIns="36000" tIns="18000" rIns="36000" bIns="18000" anchor="ctr">
            <a:normAutofit/>
          </a:bodyPr>
          <a:lstStyle>
            <a:lvl1pPr marL="0" indent="0">
              <a:buNone/>
              <a:defRPr sz="900" b="0" i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9" name="텍스트 개체 틀 2">
            <a:extLst>
              <a:ext uri="{FF2B5EF4-FFF2-40B4-BE49-F238E27FC236}">
                <a16:creationId xmlns:a16="http://schemas.microsoft.com/office/drawing/2014/main" id="{DF395EDB-5C90-C738-6D1A-9CEF23AA9A8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24312" y="333078"/>
            <a:ext cx="2880000" cy="215900"/>
          </a:xfrm>
          <a:prstGeom prst="rect">
            <a:avLst/>
          </a:prstGeom>
        </p:spPr>
        <p:txBody>
          <a:bodyPr lIns="36000" tIns="18000" rIns="36000" bIns="18000" anchor="ctr">
            <a:normAutofit/>
          </a:bodyPr>
          <a:lstStyle>
            <a:lvl1pPr marL="0" indent="0">
              <a:buNone/>
              <a:defRPr sz="900" b="0" i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20" name="텍스트 개체 틀 2">
            <a:extLst>
              <a:ext uri="{FF2B5EF4-FFF2-40B4-BE49-F238E27FC236}">
                <a16:creationId xmlns:a16="http://schemas.microsoft.com/office/drawing/2014/main" id="{66C85EDC-0E47-ABA8-0C12-FB517497D03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5400" y="333078"/>
            <a:ext cx="4752000" cy="215900"/>
          </a:xfrm>
          <a:prstGeom prst="rect">
            <a:avLst/>
          </a:prstGeom>
        </p:spPr>
        <p:txBody>
          <a:bodyPr lIns="36000" tIns="18000" rIns="36000" bIns="18000" anchor="ctr">
            <a:normAutofit/>
          </a:bodyPr>
          <a:lstStyle>
            <a:lvl1pPr marL="0" indent="0">
              <a:buNone/>
              <a:defRPr sz="900" b="0" i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21" name="텍스트 개체 틀 2">
            <a:extLst>
              <a:ext uri="{FF2B5EF4-FFF2-40B4-BE49-F238E27FC236}">
                <a16:creationId xmlns:a16="http://schemas.microsoft.com/office/drawing/2014/main" id="{71392824-DA40-E36D-C2D2-1C2BB545DC9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95400" y="116632"/>
            <a:ext cx="4752000" cy="215900"/>
          </a:xfrm>
          <a:prstGeom prst="rect">
            <a:avLst/>
          </a:prstGeom>
        </p:spPr>
        <p:txBody>
          <a:bodyPr lIns="36000" tIns="18000" rIns="36000" bIns="18000" anchor="ctr">
            <a:normAutofit/>
          </a:bodyPr>
          <a:lstStyle>
            <a:lvl1pPr marL="0" indent="0">
              <a:buNone/>
              <a:defRPr sz="900" b="0" i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22" name="텍스트 개체 틀 2">
            <a:extLst>
              <a:ext uri="{FF2B5EF4-FFF2-40B4-BE49-F238E27FC236}">
                <a16:creationId xmlns:a16="http://schemas.microsoft.com/office/drawing/2014/main" id="{2423D297-9DA8-AD28-C7FD-7D945AE1AAA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896200" y="116632"/>
            <a:ext cx="1008000" cy="215900"/>
          </a:xfrm>
          <a:prstGeom prst="rect">
            <a:avLst/>
          </a:prstGeom>
        </p:spPr>
        <p:txBody>
          <a:bodyPr lIns="36000" tIns="18000" rIns="36000" bIns="18000" anchor="ctr">
            <a:normAutofit/>
          </a:bodyPr>
          <a:lstStyle>
            <a:lvl1pPr marL="0" indent="0">
              <a:buNone/>
              <a:defRPr sz="900" b="0" i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1pPr>
          </a:lstStyle>
          <a:p>
            <a:pPr lvl="0"/>
            <a:endParaRPr lang="ko-KR" altLang="en-US" dirty="0"/>
          </a:p>
        </p:txBody>
      </p:sp>
      <p:pic>
        <p:nvPicPr>
          <p:cNvPr id="25" name="Picture 1">
            <a:extLst>
              <a:ext uri="{FF2B5EF4-FFF2-40B4-BE49-F238E27FC236}">
                <a16:creationId xmlns:a16="http://schemas.microsoft.com/office/drawing/2014/main" id="{28DE7D5A-8381-1C5E-BF24-03BAE6316E3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7866" y="6541386"/>
            <a:ext cx="1207205" cy="316614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26" name="Picture 4">
            <a:extLst>
              <a:ext uri="{FF2B5EF4-FFF2-40B4-BE49-F238E27FC236}">
                <a16:creationId xmlns:a16="http://schemas.microsoft.com/office/drawing/2014/main" id="{C0C99000-C592-76E1-DC6D-88D535DEC6C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r="71813" b="7687"/>
          <a:stretch>
            <a:fillRect/>
          </a:stretch>
        </p:blipFill>
        <p:spPr>
          <a:xfrm>
            <a:off x="56853" y="6602397"/>
            <a:ext cx="1240481" cy="242580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3138133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51">
          <p15:clr>
            <a:srgbClr val="FBAE40"/>
          </p15:clr>
        </p15:guide>
        <p15:guide id="2" pos="1209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_이전다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4">
            <a:extLst>
              <a:ext uri="{FF2B5EF4-FFF2-40B4-BE49-F238E27FC236}">
                <a16:creationId xmlns:a16="http://schemas.microsoft.com/office/drawing/2014/main" id="{58746283-42DD-3854-541B-3A16D7BD0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80000" y="6669376"/>
            <a:ext cx="432000" cy="144000"/>
          </a:xfrm>
        </p:spPr>
        <p:txBody>
          <a:bodyPr lIns="0" tIns="0" rIns="0" bIns="0"/>
          <a:lstStyle>
            <a:lvl1pPr algn="ctr">
              <a:defRPr sz="900">
                <a:solidFill>
                  <a:srgbClr val="AAAAAA"/>
                </a:solidFill>
              </a:defRPr>
            </a:lvl1pPr>
          </a:lstStyle>
          <a:p>
            <a:fld id="{F4DDC248-BFE3-4912-9AF4-AAF533DF914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085A6A9B-8950-EA3E-845C-C2A68BCF5AD9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28810988"/>
              </p:ext>
            </p:extLst>
          </p:nvPr>
        </p:nvGraphicFramePr>
        <p:xfrm>
          <a:off x="47328" y="116632"/>
          <a:ext cx="8856000" cy="6480000"/>
        </p:xfrm>
        <a:graphic>
          <a:graphicData uri="http://schemas.openxmlformats.org/drawingml/2006/table">
            <a:tbl>
              <a:tblPr/>
              <a:tblGrid>
                <a:gridCol w="6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 SemiBold" panose="02000703000000020004" pitchFamily="2" charset="-127"/>
                          <a:ea typeface="Pretendard SemiBold" panose="02000703000000020004" pitchFamily="2" charset="-127"/>
                          <a:cs typeface="Pretendard SemiBold" panose="02000703000000020004" pitchFamily="2" charset="-127"/>
                        </a:rPr>
                        <a:t>프로젝트 명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retendard SemiBold" panose="02000703000000020004" pitchFamily="2" charset="-127"/>
                        <a:ea typeface="Pretendard SemiBold" panose="02000703000000020004" pitchFamily="2" charset="-127"/>
                        <a:cs typeface="Pretendard SemiBold" panose="02000703000000020004" pitchFamily="2" charset="-127"/>
                      </a:endParaRPr>
                    </a:p>
                  </a:txBody>
                  <a:tcPr marL="35998" marR="35998" marT="17999" marB="17999" anchor="ctr" horzOverflow="overflow">
                    <a:lnL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retendard SemiBold" panose="02000703000000020004" pitchFamily="2" charset="-127"/>
                        <a:ea typeface="Pretendard SemiBold" panose="02000703000000020004" pitchFamily="2" charset="-127"/>
                        <a:cs typeface="Pretendard SemiBold" panose="02000703000000020004" pitchFamily="2" charset="-127"/>
                      </a:endParaRPr>
                    </a:p>
                  </a:txBody>
                  <a:tcPr marL="35998" marR="35998" marT="17999" marB="17999" anchor="ctr" horzOverflow="overflow">
                    <a:lnL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 SemiBold" panose="02000703000000020004" pitchFamily="2" charset="-127"/>
                          <a:ea typeface="Pretendard SemiBold" panose="02000703000000020004" pitchFamily="2" charset="-127"/>
                          <a:cs typeface="Pretendard SemiBold" panose="02000703000000020004" pitchFamily="2" charset="-127"/>
                        </a:rPr>
                        <a:t>화면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 SemiBold" panose="02000703000000020004" pitchFamily="2" charset="-127"/>
                          <a:ea typeface="Pretendard SemiBold" panose="02000703000000020004" pitchFamily="2" charset="-127"/>
                          <a:cs typeface="Pretendard SemiBold" panose="02000703000000020004" pitchFamily="2" charset="-127"/>
                        </a:rPr>
                        <a:t>ID</a:t>
                      </a:r>
                      <a:endParaRPr kumimoji="1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retendard SemiBold" panose="02000703000000020004" pitchFamily="2" charset="-127"/>
                        <a:ea typeface="Pretendard SemiBold" panose="02000703000000020004" pitchFamily="2" charset="-127"/>
                        <a:cs typeface="Pretendard SemiBold" panose="02000703000000020004" pitchFamily="2" charset="-127"/>
                      </a:endParaRPr>
                    </a:p>
                  </a:txBody>
                  <a:tcPr marL="35998" marR="35998" marT="17999" marB="17999" anchor="ctr" horzOverflow="overflow">
                    <a:lnL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retendard SemiBold" panose="02000703000000020004" pitchFamily="2" charset="-127"/>
                        <a:ea typeface="Pretendard SemiBold" panose="02000703000000020004" pitchFamily="2" charset="-127"/>
                        <a:cs typeface="Pretendard SemiBold" panose="02000703000000020004" pitchFamily="2" charset="-127"/>
                      </a:endParaRPr>
                    </a:p>
                  </a:txBody>
                  <a:tcPr marL="35998" marR="35998" marT="17999" marB="17999" anchor="ctr" horzOverflow="overflow">
                    <a:lnL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 SemiBold" panose="02000703000000020004" pitchFamily="2" charset="-127"/>
                          <a:ea typeface="Pretendard SemiBold" panose="02000703000000020004" pitchFamily="2" charset="-127"/>
                          <a:cs typeface="Pretendard SemiBold" panose="02000703000000020004" pitchFamily="2" charset="-127"/>
                        </a:rPr>
                        <a:t>작성자</a:t>
                      </a:r>
                    </a:p>
                  </a:txBody>
                  <a:tcPr marL="35998" marR="35998" marT="17999" marB="17999" anchor="ctr" horzOverflow="overflow">
                    <a:lnL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>
                        <a:latin typeface="Pretendard SemiBold" panose="02000703000000020004" pitchFamily="2" charset="-127"/>
                        <a:ea typeface="Pretendard SemiBold" panose="02000703000000020004" pitchFamily="2" charset="-127"/>
                        <a:cs typeface="Pretendard SemiBold" panose="02000703000000020004" pitchFamily="2" charset="-127"/>
                      </a:endParaRPr>
                    </a:p>
                  </a:txBody>
                  <a:tcPr marL="35998" marR="35998" marT="17999" marB="17999" anchor="ctr" horzOverflow="overflow">
                    <a:lnL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 SemiBold" panose="02000703000000020004" pitchFamily="2" charset="-127"/>
                          <a:ea typeface="Pretendard SemiBold" panose="02000703000000020004" pitchFamily="2" charset="-127"/>
                          <a:cs typeface="Pretendard SemiBold" panose="02000703000000020004" pitchFamily="2" charset="-127"/>
                        </a:rPr>
                        <a:t>화면경로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retendard SemiBold" panose="02000703000000020004" pitchFamily="2" charset="-127"/>
                        <a:ea typeface="Pretendard SemiBold" panose="02000703000000020004" pitchFamily="2" charset="-127"/>
                        <a:cs typeface="Pretendard SemiBold" panose="02000703000000020004" pitchFamily="2" charset="-127"/>
                      </a:endParaRPr>
                    </a:p>
                  </a:txBody>
                  <a:tcPr marL="35998" marR="35998" marT="17999" marB="17999" anchor="ctr" horzOverflow="overflow">
                    <a:lnL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 SemiBold" panose="02000703000000020004" pitchFamily="2" charset="-127"/>
                        <a:ea typeface="Pretendard SemiBold" panose="02000703000000020004" pitchFamily="2" charset="-127"/>
                        <a:cs typeface="Pretendard SemiBold" panose="02000703000000020004" pitchFamily="2" charset="-127"/>
                      </a:endParaRPr>
                    </a:p>
                  </a:txBody>
                  <a:tcPr marL="35998" marR="35998" marT="17999" marB="17999" anchor="ctr" horzOverflow="overflow">
                    <a:lnL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 SemiBold" panose="02000703000000020004" pitchFamily="2" charset="-127"/>
                          <a:ea typeface="Pretendard SemiBold" panose="02000703000000020004" pitchFamily="2" charset="-127"/>
                          <a:cs typeface="Pretendard SemiBold" panose="02000703000000020004" pitchFamily="2" charset="-127"/>
                        </a:rPr>
                        <a:t>화면명</a:t>
                      </a:r>
                    </a:p>
                  </a:txBody>
                  <a:tcPr marL="35998" marR="35998" marT="17999" marB="17999" anchor="ctr" horzOverflow="overflow">
                    <a:lnL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retendard SemiBold" panose="02000703000000020004" pitchFamily="2" charset="-127"/>
                        <a:ea typeface="Pretendard SemiBold" panose="02000703000000020004" pitchFamily="2" charset="-127"/>
                        <a:cs typeface="Pretendard SemiBold" panose="02000703000000020004" pitchFamily="2" charset="-127"/>
                      </a:endParaRPr>
                    </a:p>
                  </a:txBody>
                  <a:tcPr marL="35998" marR="35998" marT="17999" marB="17999" anchor="ctr" horzOverflow="overflow">
                    <a:lnL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5998" marR="35998" marT="17999" marB="1799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5998" marR="35998" marT="17999" marB="1799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48000"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35998" marR="35998" marT="17999" marB="17999" anchor="ctr" horzOverflow="overflow">
                    <a:lnL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:a16="http://schemas.microsoft.com/office/drawing/2014/main" id="{44D755F8-876D-FB6D-0D55-E44043CECB8E}"/>
              </a:ext>
            </a:extLst>
          </p:cNvPr>
          <p:cNvSpPr/>
          <p:nvPr userDrawn="1"/>
        </p:nvSpPr>
        <p:spPr>
          <a:xfrm>
            <a:off x="8904312" y="620688"/>
            <a:ext cx="3240000" cy="215900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rgbClr val="7885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US" altLang="ko-KR" sz="900" b="0" i="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Description</a:t>
            </a:r>
            <a:endParaRPr lang="ko-KR" altLang="en-US" sz="900" b="0" i="0" dirty="0">
              <a:solidFill>
                <a:schemeClr val="tx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14" name="텍스트 개체 틀 2">
            <a:extLst>
              <a:ext uri="{FF2B5EF4-FFF2-40B4-BE49-F238E27FC236}">
                <a16:creationId xmlns:a16="http://schemas.microsoft.com/office/drawing/2014/main" id="{6AC97B05-743B-136D-6063-888CC360E4B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20336" y="116632"/>
            <a:ext cx="3024000" cy="504000"/>
          </a:xfrm>
          <a:prstGeom prst="rect">
            <a:avLst/>
          </a:prstGeom>
          <a:solidFill>
            <a:schemeClr val="bg1"/>
          </a:solidFill>
          <a:ln w="6350">
            <a:solidFill>
              <a:srgbClr val="788595"/>
            </a:solidFill>
          </a:ln>
        </p:spPr>
        <p:txBody>
          <a:bodyPr lIns="72000" tIns="46800" rIns="72000" bIns="46800" anchor="t">
            <a:normAutofit/>
          </a:bodyPr>
          <a:lstStyle>
            <a:lvl1pPr marL="0" indent="0">
              <a:buNone/>
              <a:defRPr sz="900" b="0" i="0">
                <a:solidFill>
                  <a:srgbClr val="8F8DD7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981DA5F-E7B9-BBCB-E6CA-59461853D543}"/>
              </a:ext>
            </a:extLst>
          </p:cNvPr>
          <p:cNvSpPr/>
          <p:nvPr userDrawn="1"/>
        </p:nvSpPr>
        <p:spPr>
          <a:xfrm>
            <a:off x="8904312" y="116756"/>
            <a:ext cx="216024" cy="504000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rgbClr val="7885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000"/>
              </a:lnSpc>
            </a:pPr>
            <a:r>
              <a:rPr lang="ko-KR" altLang="en-US" sz="900" b="0" i="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화면 목적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02EEEC0-5593-494B-D976-937C8FCA8305}"/>
              </a:ext>
            </a:extLst>
          </p:cNvPr>
          <p:cNvSpPr>
            <a:spLocks/>
          </p:cNvSpPr>
          <p:nvPr userDrawn="1"/>
        </p:nvSpPr>
        <p:spPr>
          <a:xfrm>
            <a:off x="191344" y="620632"/>
            <a:ext cx="3312000" cy="5904000"/>
          </a:xfrm>
          <a:prstGeom prst="rect">
            <a:avLst/>
          </a:prstGeom>
          <a:solidFill>
            <a:schemeClr val="bg1"/>
          </a:solidFill>
          <a:ln w="6350">
            <a:solidFill>
              <a:srgbClr val="B2BC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261F9BA-386E-6736-8A8D-5B95858276F2}"/>
              </a:ext>
            </a:extLst>
          </p:cNvPr>
          <p:cNvSpPr>
            <a:spLocks/>
          </p:cNvSpPr>
          <p:nvPr userDrawn="1"/>
        </p:nvSpPr>
        <p:spPr>
          <a:xfrm>
            <a:off x="5447928" y="620632"/>
            <a:ext cx="3312000" cy="5904000"/>
          </a:xfrm>
          <a:prstGeom prst="rect">
            <a:avLst/>
          </a:prstGeom>
          <a:solidFill>
            <a:schemeClr val="bg1"/>
          </a:solidFill>
          <a:ln w="6350">
            <a:solidFill>
              <a:srgbClr val="B2BC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26E37DF-3B6A-F554-018D-AB258D1BAA12}"/>
              </a:ext>
            </a:extLst>
          </p:cNvPr>
          <p:cNvSpPr/>
          <p:nvPr userDrawn="1"/>
        </p:nvSpPr>
        <p:spPr>
          <a:xfrm>
            <a:off x="191344" y="6381328"/>
            <a:ext cx="3312000" cy="14330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다음에 계속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96C35BC-9477-9C60-0DFD-D4AEF8B5AFCA}"/>
              </a:ext>
            </a:extLst>
          </p:cNvPr>
          <p:cNvSpPr/>
          <p:nvPr userDrawn="1"/>
        </p:nvSpPr>
        <p:spPr>
          <a:xfrm>
            <a:off x="5447928" y="620688"/>
            <a:ext cx="3312000" cy="14330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이전에서 계속</a:t>
            </a:r>
          </a:p>
        </p:txBody>
      </p:sp>
      <p:sp>
        <p:nvSpPr>
          <p:cNvPr id="4" name="텍스트 개체 틀 2">
            <a:extLst>
              <a:ext uri="{FF2B5EF4-FFF2-40B4-BE49-F238E27FC236}">
                <a16:creationId xmlns:a16="http://schemas.microsoft.com/office/drawing/2014/main" id="{9320DF11-5EBD-46E4-3A36-C0F7F71BFA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24039" y="116632"/>
            <a:ext cx="1296988" cy="215900"/>
          </a:xfrm>
          <a:prstGeom prst="rect">
            <a:avLst/>
          </a:prstGeom>
        </p:spPr>
        <p:txBody>
          <a:bodyPr lIns="36000" tIns="18000" rIns="36000" bIns="18000" anchor="ctr">
            <a:normAutofit/>
          </a:bodyPr>
          <a:lstStyle>
            <a:lvl1pPr marL="0" indent="0">
              <a:buNone/>
              <a:defRPr sz="900" b="0" i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5" name="텍스트 개체 틀 2">
            <a:extLst>
              <a:ext uri="{FF2B5EF4-FFF2-40B4-BE49-F238E27FC236}">
                <a16:creationId xmlns:a16="http://schemas.microsoft.com/office/drawing/2014/main" id="{BFDF4FAF-EDC1-B757-4DB6-9861246DFF9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24312" y="333078"/>
            <a:ext cx="2880000" cy="215900"/>
          </a:xfrm>
          <a:prstGeom prst="rect">
            <a:avLst/>
          </a:prstGeom>
        </p:spPr>
        <p:txBody>
          <a:bodyPr lIns="36000" tIns="18000" rIns="36000" bIns="18000" anchor="ctr">
            <a:normAutofit/>
          </a:bodyPr>
          <a:lstStyle>
            <a:lvl1pPr marL="0" indent="0">
              <a:buNone/>
              <a:defRPr sz="900" b="0" i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6" name="텍스트 개체 틀 2">
            <a:extLst>
              <a:ext uri="{FF2B5EF4-FFF2-40B4-BE49-F238E27FC236}">
                <a16:creationId xmlns:a16="http://schemas.microsoft.com/office/drawing/2014/main" id="{6F962DCC-4860-925C-16B3-A8F603DDF2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5400" y="333078"/>
            <a:ext cx="4752000" cy="215900"/>
          </a:xfrm>
          <a:prstGeom prst="rect">
            <a:avLst/>
          </a:prstGeom>
        </p:spPr>
        <p:txBody>
          <a:bodyPr lIns="36000" tIns="18000" rIns="36000" bIns="18000" anchor="ctr">
            <a:normAutofit/>
          </a:bodyPr>
          <a:lstStyle>
            <a:lvl1pPr marL="0" indent="0">
              <a:buNone/>
              <a:defRPr sz="900" b="0" i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7" name="텍스트 개체 틀 2">
            <a:extLst>
              <a:ext uri="{FF2B5EF4-FFF2-40B4-BE49-F238E27FC236}">
                <a16:creationId xmlns:a16="http://schemas.microsoft.com/office/drawing/2014/main" id="{83730623-2A99-E1AD-4CE8-435FB122B57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95400" y="116632"/>
            <a:ext cx="4752000" cy="215900"/>
          </a:xfrm>
          <a:prstGeom prst="rect">
            <a:avLst/>
          </a:prstGeom>
        </p:spPr>
        <p:txBody>
          <a:bodyPr lIns="36000" tIns="18000" rIns="36000" bIns="18000" anchor="ctr">
            <a:normAutofit/>
          </a:bodyPr>
          <a:lstStyle>
            <a:lvl1pPr marL="0" indent="0">
              <a:buNone/>
              <a:defRPr sz="900" b="0" i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8" name="텍스트 개체 틀 2">
            <a:extLst>
              <a:ext uri="{FF2B5EF4-FFF2-40B4-BE49-F238E27FC236}">
                <a16:creationId xmlns:a16="http://schemas.microsoft.com/office/drawing/2014/main" id="{95046275-1319-F655-0E55-56874A623BF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896200" y="116632"/>
            <a:ext cx="1008000" cy="215900"/>
          </a:xfrm>
          <a:prstGeom prst="rect">
            <a:avLst/>
          </a:prstGeom>
        </p:spPr>
        <p:txBody>
          <a:bodyPr lIns="36000" tIns="18000" rIns="36000" bIns="18000" anchor="ctr">
            <a:normAutofit/>
          </a:bodyPr>
          <a:lstStyle>
            <a:lvl1pPr marL="0" indent="0">
              <a:buNone/>
              <a:defRPr sz="900" b="0" i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1pPr>
          </a:lstStyle>
          <a:p>
            <a:pPr lvl="0"/>
            <a:endParaRPr lang="ko-KR" altLang="en-US" dirty="0"/>
          </a:p>
        </p:txBody>
      </p:sp>
      <p:pic>
        <p:nvPicPr>
          <p:cNvPr id="26" name="Picture 1">
            <a:extLst>
              <a:ext uri="{FF2B5EF4-FFF2-40B4-BE49-F238E27FC236}">
                <a16:creationId xmlns:a16="http://schemas.microsoft.com/office/drawing/2014/main" id="{28DE7D5A-8381-1C5E-BF24-03BAE6316E3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7866" y="6541386"/>
            <a:ext cx="1207205" cy="316614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27" name="Picture 4">
            <a:extLst>
              <a:ext uri="{FF2B5EF4-FFF2-40B4-BE49-F238E27FC236}">
                <a16:creationId xmlns:a16="http://schemas.microsoft.com/office/drawing/2014/main" id="{C0C99000-C592-76E1-DC6D-88D535DEC6C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r="71813" b="7687"/>
          <a:stretch>
            <a:fillRect/>
          </a:stretch>
        </p:blipFill>
        <p:spPr>
          <a:xfrm>
            <a:off x="56853" y="6602397"/>
            <a:ext cx="1240481" cy="242580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8748687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51">
          <p15:clr>
            <a:srgbClr val="FBAE40"/>
          </p15:clr>
        </p15:guide>
        <p15:guide id="2" pos="1209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4">
            <a:extLst>
              <a:ext uri="{FF2B5EF4-FFF2-40B4-BE49-F238E27FC236}">
                <a16:creationId xmlns:a16="http://schemas.microsoft.com/office/drawing/2014/main" id="{58746283-42DD-3854-541B-3A16D7BD0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80000" y="6669376"/>
            <a:ext cx="432000" cy="144000"/>
          </a:xfrm>
        </p:spPr>
        <p:txBody>
          <a:bodyPr lIns="0" tIns="0" rIns="0" bIns="0"/>
          <a:lstStyle>
            <a:lvl1pPr algn="ctr">
              <a:defRPr sz="900">
                <a:solidFill>
                  <a:srgbClr val="AAAAAA"/>
                </a:solidFill>
              </a:defRPr>
            </a:lvl1pPr>
          </a:lstStyle>
          <a:p>
            <a:fld id="{F4DDC248-BFE3-4912-9AF4-AAF533DF914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085A6A9B-8950-EA3E-845C-C2A68BCF5AD9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796202869"/>
              </p:ext>
            </p:extLst>
          </p:nvPr>
        </p:nvGraphicFramePr>
        <p:xfrm>
          <a:off x="47328" y="116632"/>
          <a:ext cx="8856000" cy="6480000"/>
        </p:xfrm>
        <a:graphic>
          <a:graphicData uri="http://schemas.openxmlformats.org/drawingml/2006/table">
            <a:tbl>
              <a:tblPr/>
              <a:tblGrid>
                <a:gridCol w="6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 SemiBold" panose="02000703000000020004" pitchFamily="2" charset="-127"/>
                          <a:ea typeface="Pretendard SemiBold" panose="02000703000000020004" pitchFamily="2" charset="-127"/>
                          <a:cs typeface="Pretendard SemiBold" panose="02000703000000020004" pitchFamily="2" charset="-127"/>
                        </a:rPr>
                        <a:t>프로젝트 명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retendard SemiBold" panose="02000703000000020004" pitchFamily="2" charset="-127"/>
                        <a:ea typeface="Pretendard SemiBold" panose="02000703000000020004" pitchFamily="2" charset="-127"/>
                        <a:cs typeface="Pretendard SemiBold" panose="02000703000000020004" pitchFamily="2" charset="-127"/>
                      </a:endParaRPr>
                    </a:p>
                  </a:txBody>
                  <a:tcPr marL="35998" marR="35998" marT="17999" marB="17999" anchor="ctr" horzOverflow="overflow">
                    <a:lnL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retendard SemiBold" panose="02000703000000020004" pitchFamily="2" charset="-127"/>
                        <a:ea typeface="Pretendard SemiBold" panose="02000703000000020004" pitchFamily="2" charset="-127"/>
                        <a:cs typeface="Pretendard SemiBold" panose="02000703000000020004" pitchFamily="2" charset="-127"/>
                      </a:endParaRPr>
                    </a:p>
                  </a:txBody>
                  <a:tcPr marL="35998" marR="35998" marT="17999" marB="17999" anchor="ctr" horzOverflow="overflow">
                    <a:lnL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 SemiBold" panose="02000703000000020004" pitchFamily="2" charset="-127"/>
                          <a:ea typeface="Pretendard SemiBold" panose="02000703000000020004" pitchFamily="2" charset="-127"/>
                          <a:cs typeface="Pretendard SemiBold" panose="02000703000000020004" pitchFamily="2" charset="-127"/>
                        </a:rPr>
                        <a:t>화면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 SemiBold" panose="02000703000000020004" pitchFamily="2" charset="-127"/>
                          <a:ea typeface="Pretendard SemiBold" panose="02000703000000020004" pitchFamily="2" charset="-127"/>
                          <a:cs typeface="Pretendard SemiBold" panose="02000703000000020004" pitchFamily="2" charset="-127"/>
                        </a:rPr>
                        <a:t>ID</a:t>
                      </a:r>
                      <a:endParaRPr kumimoji="1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retendard SemiBold" panose="02000703000000020004" pitchFamily="2" charset="-127"/>
                        <a:ea typeface="Pretendard SemiBold" panose="02000703000000020004" pitchFamily="2" charset="-127"/>
                        <a:cs typeface="Pretendard SemiBold" panose="02000703000000020004" pitchFamily="2" charset="-127"/>
                      </a:endParaRPr>
                    </a:p>
                  </a:txBody>
                  <a:tcPr marL="35998" marR="35998" marT="17999" marB="17999" anchor="ctr" horzOverflow="overflow">
                    <a:lnL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retendard SemiBold" panose="02000703000000020004" pitchFamily="2" charset="-127"/>
                        <a:ea typeface="Pretendard SemiBold" panose="02000703000000020004" pitchFamily="2" charset="-127"/>
                        <a:cs typeface="Pretendard SemiBold" panose="02000703000000020004" pitchFamily="2" charset="-127"/>
                      </a:endParaRPr>
                    </a:p>
                  </a:txBody>
                  <a:tcPr marL="35998" marR="35998" marT="17999" marB="17999" anchor="ctr" horzOverflow="overflow">
                    <a:lnL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 SemiBold" panose="02000703000000020004" pitchFamily="2" charset="-127"/>
                          <a:ea typeface="Pretendard SemiBold" panose="02000703000000020004" pitchFamily="2" charset="-127"/>
                          <a:cs typeface="Pretendard SemiBold" panose="02000703000000020004" pitchFamily="2" charset="-127"/>
                        </a:rPr>
                        <a:t>작성자</a:t>
                      </a:r>
                    </a:p>
                  </a:txBody>
                  <a:tcPr marL="35998" marR="35998" marT="17999" marB="17999" anchor="ctr" horzOverflow="overflow">
                    <a:lnL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>
                        <a:latin typeface="Pretendard SemiBold" panose="02000703000000020004" pitchFamily="2" charset="-127"/>
                        <a:ea typeface="Pretendard SemiBold" panose="02000703000000020004" pitchFamily="2" charset="-127"/>
                        <a:cs typeface="Pretendard SemiBold" panose="02000703000000020004" pitchFamily="2" charset="-127"/>
                      </a:endParaRPr>
                    </a:p>
                  </a:txBody>
                  <a:tcPr marL="35998" marR="35998" marT="17999" marB="17999" anchor="ctr" horzOverflow="overflow">
                    <a:lnL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 SemiBold" panose="02000703000000020004" pitchFamily="2" charset="-127"/>
                          <a:ea typeface="Pretendard SemiBold" panose="02000703000000020004" pitchFamily="2" charset="-127"/>
                          <a:cs typeface="Pretendard SemiBold" panose="02000703000000020004" pitchFamily="2" charset="-127"/>
                        </a:rPr>
                        <a:t>화면경로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retendard SemiBold" panose="02000703000000020004" pitchFamily="2" charset="-127"/>
                        <a:ea typeface="Pretendard SemiBold" panose="02000703000000020004" pitchFamily="2" charset="-127"/>
                        <a:cs typeface="Pretendard SemiBold" panose="02000703000000020004" pitchFamily="2" charset="-127"/>
                      </a:endParaRPr>
                    </a:p>
                  </a:txBody>
                  <a:tcPr marL="35998" marR="35998" marT="17999" marB="17999" anchor="ctr" horzOverflow="overflow">
                    <a:lnL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 SemiBold" panose="02000703000000020004" pitchFamily="2" charset="-127"/>
                        <a:ea typeface="Pretendard SemiBold" panose="02000703000000020004" pitchFamily="2" charset="-127"/>
                        <a:cs typeface="Pretendard SemiBold" panose="02000703000000020004" pitchFamily="2" charset="-127"/>
                      </a:endParaRPr>
                    </a:p>
                  </a:txBody>
                  <a:tcPr marL="35998" marR="35998" marT="17999" marB="17999" anchor="ctr" horzOverflow="overflow">
                    <a:lnL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 SemiBold" panose="02000703000000020004" pitchFamily="2" charset="-127"/>
                          <a:ea typeface="Pretendard SemiBold" panose="02000703000000020004" pitchFamily="2" charset="-127"/>
                          <a:cs typeface="Pretendard SemiBold" panose="02000703000000020004" pitchFamily="2" charset="-127"/>
                        </a:rPr>
                        <a:t>화면명</a:t>
                      </a:r>
                    </a:p>
                  </a:txBody>
                  <a:tcPr marL="35998" marR="35998" marT="17999" marB="17999" anchor="ctr" horzOverflow="overflow">
                    <a:lnL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retendard SemiBold" panose="02000703000000020004" pitchFamily="2" charset="-127"/>
                        <a:ea typeface="Pretendard SemiBold" panose="02000703000000020004" pitchFamily="2" charset="-127"/>
                        <a:cs typeface="Pretendard SemiBold" panose="02000703000000020004" pitchFamily="2" charset="-127"/>
                      </a:endParaRPr>
                    </a:p>
                  </a:txBody>
                  <a:tcPr marL="35998" marR="35998" marT="17999" marB="17999" anchor="ctr" horzOverflow="overflow">
                    <a:lnL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5998" marR="35998" marT="17999" marB="1799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5998" marR="35998" marT="17999" marB="1799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48000"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35998" marR="35998" marT="17999" marB="17999" anchor="ctr" horzOverflow="overflow">
                    <a:lnL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:a16="http://schemas.microsoft.com/office/drawing/2014/main" id="{44D755F8-876D-FB6D-0D55-E44043CECB8E}"/>
              </a:ext>
            </a:extLst>
          </p:cNvPr>
          <p:cNvSpPr/>
          <p:nvPr userDrawn="1"/>
        </p:nvSpPr>
        <p:spPr>
          <a:xfrm>
            <a:off x="8904312" y="620688"/>
            <a:ext cx="3240000" cy="215900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rgbClr val="7885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US" altLang="ko-KR" sz="900" b="0" i="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Description</a:t>
            </a:r>
            <a:endParaRPr lang="ko-KR" altLang="en-US" sz="900" b="0" i="0" dirty="0">
              <a:solidFill>
                <a:schemeClr val="tx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14" name="텍스트 개체 틀 2">
            <a:extLst>
              <a:ext uri="{FF2B5EF4-FFF2-40B4-BE49-F238E27FC236}">
                <a16:creationId xmlns:a16="http://schemas.microsoft.com/office/drawing/2014/main" id="{6AC97B05-743B-136D-6063-888CC360E4B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20336" y="116632"/>
            <a:ext cx="3024000" cy="504000"/>
          </a:xfrm>
          <a:prstGeom prst="rect">
            <a:avLst/>
          </a:prstGeom>
          <a:solidFill>
            <a:schemeClr val="bg1"/>
          </a:solidFill>
          <a:ln w="6350">
            <a:solidFill>
              <a:srgbClr val="788595"/>
            </a:solidFill>
          </a:ln>
        </p:spPr>
        <p:txBody>
          <a:bodyPr lIns="72000" tIns="46800" rIns="72000" bIns="46800" anchor="t">
            <a:normAutofit/>
          </a:bodyPr>
          <a:lstStyle>
            <a:lvl1pPr marL="0" indent="0">
              <a:buNone/>
              <a:defRPr sz="900" b="0" i="0">
                <a:solidFill>
                  <a:srgbClr val="8F8DD7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981DA5F-E7B9-BBCB-E6CA-59461853D543}"/>
              </a:ext>
            </a:extLst>
          </p:cNvPr>
          <p:cNvSpPr/>
          <p:nvPr userDrawn="1"/>
        </p:nvSpPr>
        <p:spPr>
          <a:xfrm>
            <a:off x="8904312" y="116756"/>
            <a:ext cx="216024" cy="504000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rgbClr val="7885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000"/>
              </a:lnSpc>
            </a:pPr>
            <a:r>
              <a:rPr lang="ko-KR" altLang="en-US" sz="900" b="0" i="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화면 목적</a:t>
            </a:r>
          </a:p>
        </p:txBody>
      </p:sp>
      <p:sp>
        <p:nvSpPr>
          <p:cNvPr id="18" name="텍스트 개체 틀 2">
            <a:extLst>
              <a:ext uri="{FF2B5EF4-FFF2-40B4-BE49-F238E27FC236}">
                <a16:creationId xmlns:a16="http://schemas.microsoft.com/office/drawing/2014/main" id="{6F3AC026-087D-BE05-FCC9-902FC0751A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24039" y="116632"/>
            <a:ext cx="1296988" cy="215900"/>
          </a:xfrm>
          <a:prstGeom prst="rect">
            <a:avLst/>
          </a:prstGeom>
        </p:spPr>
        <p:txBody>
          <a:bodyPr lIns="36000" tIns="18000" rIns="36000" bIns="18000" anchor="ctr">
            <a:normAutofit/>
          </a:bodyPr>
          <a:lstStyle>
            <a:lvl1pPr marL="0" indent="0">
              <a:buNone/>
              <a:defRPr sz="900" b="0" i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9" name="텍스트 개체 틀 2">
            <a:extLst>
              <a:ext uri="{FF2B5EF4-FFF2-40B4-BE49-F238E27FC236}">
                <a16:creationId xmlns:a16="http://schemas.microsoft.com/office/drawing/2014/main" id="{DF395EDB-5C90-C738-6D1A-9CEF23AA9A8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24312" y="333078"/>
            <a:ext cx="2880000" cy="215900"/>
          </a:xfrm>
          <a:prstGeom prst="rect">
            <a:avLst/>
          </a:prstGeom>
        </p:spPr>
        <p:txBody>
          <a:bodyPr lIns="36000" tIns="18000" rIns="36000" bIns="18000" anchor="ctr">
            <a:normAutofit/>
          </a:bodyPr>
          <a:lstStyle>
            <a:lvl1pPr marL="0" indent="0">
              <a:buNone/>
              <a:defRPr sz="900" b="0" i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20" name="텍스트 개체 틀 2">
            <a:extLst>
              <a:ext uri="{FF2B5EF4-FFF2-40B4-BE49-F238E27FC236}">
                <a16:creationId xmlns:a16="http://schemas.microsoft.com/office/drawing/2014/main" id="{66C85EDC-0E47-ABA8-0C12-FB517497D03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5400" y="333078"/>
            <a:ext cx="4752000" cy="215900"/>
          </a:xfrm>
          <a:prstGeom prst="rect">
            <a:avLst/>
          </a:prstGeom>
        </p:spPr>
        <p:txBody>
          <a:bodyPr lIns="36000" tIns="18000" rIns="36000" bIns="18000" anchor="ctr">
            <a:normAutofit/>
          </a:bodyPr>
          <a:lstStyle>
            <a:lvl1pPr marL="0" indent="0">
              <a:buNone/>
              <a:defRPr sz="900" b="0" i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21" name="텍스트 개체 틀 2">
            <a:extLst>
              <a:ext uri="{FF2B5EF4-FFF2-40B4-BE49-F238E27FC236}">
                <a16:creationId xmlns:a16="http://schemas.microsoft.com/office/drawing/2014/main" id="{71392824-DA40-E36D-C2D2-1C2BB545DC9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95400" y="116632"/>
            <a:ext cx="4752000" cy="215900"/>
          </a:xfrm>
          <a:prstGeom prst="rect">
            <a:avLst/>
          </a:prstGeom>
        </p:spPr>
        <p:txBody>
          <a:bodyPr lIns="36000" tIns="18000" rIns="36000" bIns="18000" anchor="ctr">
            <a:normAutofit/>
          </a:bodyPr>
          <a:lstStyle>
            <a:lvl1pPr marL="0" indent="0">
              <a:buNone/>
              <a:defRPr sz="900" b="0" i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22" name="텍스트 개체 틀 2">
            <a:extLst>
              <a:ext uri="{FF2B5EF4-FFF2-40B4-BE49-F238E27FC236}">
                <a16:creationId xmlns:a16="http://schemas.microsoft.com/office/drawing/2014/main" id="{2423D297-9DA8-AD28-C7FD-7D945AE1AAA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896200" y="116632"/>
            <a:ext cx="1008000" cy="215900"/>
          </a:xfrm>
          <a:prstGeom prst="rect">
            <a:avLst/>
          </a:prstGeom>
        </p:spPr>
        <p:txBody>
          <a:bodyPr lIns="36000" tIns="18000" rIns="36000" bIns="18000" anchor="ctr">
            <a:normAutofit/>
          </a:bodyPr>
          <a:lstStyle>
            <a:lvl1pPr marL="0" indent="0">
              <a:buNone/>
              <a:defRPr sz="900" b="0" i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1pPr>
          </a:lstStyle>
          <a:p>
            <a:pPr lvl="0"/>
            <a:endParaRPr lang="ko-KR" altLang="en-US" dirty="0"/>
          </a:p>
        </p:txBody>
      </p:sp>
      <p:pic>
        <p:nvPicPr>
          <p:cNvPr id="26" name="Picture 1">
            <a:extLst>
              <a:ext uri="{FF2B5EF4-FFF2-40B4-BE49-F238E27FC236}">
                <a16:creationId xmlns:a16="http://schemas.microsoft.com/office/drawing/2014/main" id="{28DE7D5A-8381-1C5E-BF24-03BAE6316E3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7866" y="6541386"/>
            <a:ext cx="1207205" cy="316614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27" name="Picture 4">
            <a:extLst>
              <a:ext uri="{FF2B5EF4-FFF2-40B4-BE49-F238E27FC236}">
                <a16:creationId xmlns:a16="http://schemas.microsoft.com/office/drawing/2014/main" id="{C0C99000-C592-76E1-DC6D-88D535DEC6C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r="71813" b="7687"/>
          <a:stretch>
            <a:fillRect/>
          </a:stretch>
        </p:blipFill>
        <p:spPr>
          <a:xfrm>
            <a:off x="56853" y="6602397"/>
            <a:ext cx="1240481" cy="242580"/>
          </a:xfrm>
          <a:prstGeom prst="rect">
            <a:avLst/>
          </a:prstGeom>
          <a:noFill/>
          <a:ln>
            <a:noFill/>
          </a:ln>
          <a:effectLst/>
        </p:spPr>
      </p:pic>
      <p:graphicFrame>
        <p:nvGraphicFramePr>
          <p:cNvPr id="16" name="표 15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488853282"/>
              </p:ext>
            </p:extLst>
          </p:nvPr>
        </p:nvGraphicFramePr>
        <p:xfrm>
          <a:off x="133349" y="5781675"/>
          <a:ext cx="8667751" cy="7238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6590">
                  <a:extLst>
                    <a:ext uri="{9D8B030D-6E8A-4147-A177-3AD203B41FA5}">
                      <a16:colId xmlns:a16="http://schemas.microsoft.com/office/drawing/2014/main" val="2655737956"/>
                    </a:ext>
                  </a:extLst>
                </a:gridCol>
                <a:gridCol w="7801161">
                  <a:extLst>
                    <a:ext uri="{9D8B030D-6E8A-4147-A177-3AD203B41FA5}">
                      <a16:colId xmlns:a16="http://schemas.microsoft.com/office/drawing/2014/main" val="2411410057"/>
                    </a:ext>
                  </a:extLst>
                </a:gridCol>
              </a:tblGrid>
              <a:tr h="72389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참조</a:t>
                      </a:r>
                      <a:r>
                        <a:rPr lang="en-US" altLang="ko-KR" sz="1100" b="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Table</a:t>
                      </a:r>
                      <a:endParaRPr lang="ko-KR" altLang="en-US" sz="1100" b="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9856185"/>
                  </a:ext>
                </a:extLst>
              </a:tr>
            </a:tbl>
          </a:graphicData>
        </a:graphic>
      </p:graphicFrame>
      <p:sp>
        <p:nvSpPr>
          <p:cNvPr id="17" name="텍스트 개체 틀 2"/>
          <p:cNvSpPr>
            <a:spLocks noGrp="1"/>
          </p:cNvSpPr>
          <p:nvPr>
            <p:ph type="body" sz="quarter" idx="24" hasCustomPrompt="1"/>
          </p:nvPr>
        </p:nvSpPr>
        <p:spPr>
          <a:xfrm>
            <a:off x="962025" y="5772149"/>
            <a:ext cx="7839075" cy="742950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000" b="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교과목마스터 </a:t>
            </a:r>
            <a:r>
              <a:rPr lang="en-US" altLang="ko-KR" sz="1000" b="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TH_GYOG_COURSE_M</a:t>
            </a:r>
          </a:p>
        </p:txBody>
      </p:sp>
    </p:spTree>
    <p:extLst>
      <p:ext uri="{BB962C8B-B14F-4D97-AF65-F5344CB8AC3E}">
        <p14:creationId xmlns:p14="http://schemas.microsoft.com/office/powerpoint/2010/main" val="19936030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5">
          <p15:clr>
            <a:srgbClr val="FBAE40"/>
          </p15:clr>
        </p15:guide>
        <p15:guide id="2" pos="5564">
          <p15:clr>
            <a:srgbClr val="FBAE40"/>
          </p15:clr>
        </p15:guide>
        <p15:guide id="3" orient="horz" pos="391">
          <p15:clr>
            <a:srgbClr val="FBAE40"/>
          </p15:clr>
        </p15:guide>
        <p15:guide id="4" orient="horz" pos="411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b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085A6A9B-8950-EA3E-845C-C2A68BCF5AD9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02102935"/>
              </p:ext>
            </p:extLst>
          </p:nvPr>
        </p:nvGraphicFramePr>
        <p:xfrm>
          <a:off x="47328" y="116632"/>
          <a:ext cx="8856000" cy="6480000"/>
        </p:xfrm>
        <a:graphic>
          <a:graphicData uri="http://schemas.openxmlformats.org/drawingml/2006/table">
            <a:tbl>
              <a:tblPr/>
              <a:tblGrid>
                <a:gridCol w="6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 SemiBold" panose="02000703000000020004" pitchFamily="2" charset="-127"/>
                          <a:ea typeface="Pretendard SemiBold" panose="02000703000000020004" pitchFamily="2" charset="-127"/>
                          <a:cs typeface="Pretendard SemiBold" panose="02000703000000020004" pitchFamily="2" charset="-127"/>
                        </a:rPr>
                        <a:t>프로젝트 명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retendard SemiBold" panose="02000703000000020004" pitchFamily="2" charset="-127"/>
                        <a:ea typeface="Pretendard SemiBold" panose="02000703000000020004" pitchFamily="2" charset="-127"/>
                        <a:cs typeface="Pretendard SemiBold" panose="02000703000000020004" pitchFamily="2" charset="-127"/>
                      </a:endParaRPr>
                    </a:p>
                  </a:txBody>
                  <a:tcPr marL="35998" marR="35998" marT="17999" marB="17999" anchor="ctr" horzOverflow="overflow">
                    <a:lnL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retendard SemiBold" panose="02000703000000020004" pitchFamily="2" charset="-127"/>
                        <a:ea typeface="Pretendard SemiBold" panose="02000703000000020004" pitchFamily="2" charset="-127"/>
                        <a:cs typeface="Pretendard SemiBold" panose="02000703000000020004" pitchFamily="2" charset="-127"/>
                      </a:endParaRPr>
                    </a:p>
                  </a:txBody>
                  <a:tcPr marL="35998" marR="35998" marT="17999" marB="17999" anchor="ctr" horzOverflow="overflow">
                    <a:lnL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 SemiBold" panose="02000703000000020004" pitchFamily="2" charset="-127"/>
                          <a:ea typeface="Pretendard SemiBold" panose="02000703000000020004" pitchFamily="2" charset="-127"/>
                          <a:cs typeface="Pretendard SemiBold" panose="02000703000000020004" pitchFamily="2" charset="-127"/>
                        </a:rPr>
                        <a:t>화면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 SemiBold" panose="02000703000000020004" pitchFamily="2" charset="-127"/>
                          <a:ea typeface="Pretendard SemiBold" panose="02000703000000020004" pitchFamily="2" charset="-127"/>
                          <a:cs typeface="Pretendard SemiBold" panose="02000703000000020004" pitchFamily="2" charset="-127"/>
                        </a:rPr>
                        <a:t>ID</a:t>
                      </a:r>
                      <a:endParaRPr kumimoji="1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retendard SemiBold" panose="02000703000000020004" pitchFamily="2" charset="-127"/>
                        <a:ea typeface="Pretendard SemiBold" panose="02000703000000020004" pitchFamily="2" charset="-127"/>
                        <a:cs typeface="Pretendard SemiBold" panose="02000703000000020004" pitchFamily="2" charset="-127"/>
                      </a:endParaRPr>
                    </a:p>
                  </a:txBody>
                  <a:tcPr marL="35998" marR="35998" marT="17999" marB="17999" anchor="ctr" horzOverflow="overflow">
                    <a:lnL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retendard SemiBold" panose="02000703000000020004" pitchFamily="2" charset="-127"/>
                        <a:ea typeface="Pretendard SemiBold" panose="02000703000000020004" pitchFamily="2" charset="-127"/>
                        <a:cs typeface="Pretendard SemiBold" panose="02000703000000020004" pitchFamily="2" charset="-127"/>
                      </a:endParaRPr>
                    </a:p>
                  </a:txBody>
                  <a:tcPr marL="35998" marR="35998" marT="17999" marB="17999" anchor="ctr" horzOverflow="overflow">
                    <a:lnL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 SemiBold" panose="02000703000000020004" pitchFamily="2" charset="-127"/>
                          <a:ea typeface="Pretendard SemiBold" panose="02000703000000020004" pitchFamily="2" charset="-127"/>
                          <a:cs typeface="Pretendard SemiBold" panose="02000703000000020004" pitchFamily="2" charset="-127"/>
                        </a:rPr>
                        <a:t>작성자</a:t>
                      </a:r>
                    </a:p>
                  </a:txBody>
                  <a:tcPr marL="35998" marR="35998" marT="17999" marB="17999" anchor="ctr" horzOverflow="overflow">
                    <a:lnL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>
                        <a:latin typeface="Pretendard SemiBold" panose="02000703000000020004" pitchFamily="2" charset="-127"/>
                        <a:ea typeface="Pretendard SemiBold" panose="02000703000000020004" pitchFamily="2" charset="-127"/>
                        <a:cs typeface="Pretendard SemiBold" panose="02000703000000020004" pitchFamily="2" charset="-127"/>
                      </a:endParaRPr>
                    </a:p>
                  </a:txBody>
                  <a:tcPr marL="35998" marR="35998" marT="17999" marB="17999" anchor="ctr" horzOverflow="overflow">
                    <a:lnL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 SemiBold" panose="02000703000000020004" pitchFamily="2" charset="-127"/>
                          <a:ea typeface="Pretendard SemiBold" panose="02000703000000020004" pitchFamily="2" charset="-127"/>
                          <a:cs typeface="Pretendard SemiBold" panose="02000703000000020004" pitchFamily="2" charset="-127"/>
                        </a:rPr>
                        <a:t>화면경로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retendard SemiBold" panose="02000703000000020004" pitchFamily="2" charset="-127"/>
                        <a:ea typeface="Pretendard SemiBold" panose="02000703000000020004" pitchFamily="2" charset="-127"/>
                        <a:cs typeface="Pretendard SemiBold" panose="02000703000000020004" pitchFamily="2" charset="-127"/>
                      </a:endParaRPr>
                    </a:p>
                  </a:txBody>
                  <a:tcPr marL="35998" marR="35998" marT="17999" marB="17999" anchor="ctr" horzOverflow="overflow">
                    <a:lnL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 SemiBold" panose="02000703000000020004" pitchFamily="2" charset="-127"/>
                        <a:ea typeface="Pretendard SemiBold" panose="02000703000000020004" pitchFamily="2" charset="-127"/>
                        <a:cs typeface="Pretendard SemiBold" panose="02000703000000020004" pitchFamily="2" charset="-127"/>
                      </a:endParaRPr>
                    </a:p>
                  </a:txBody>
                  <a:tcPr marL="35998" marR="35998" marT="17999" marB="17999" anchor="ctr" horzOverflow="overflow">
                    <a:lnL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 SemiBold" panose="02000703000000020004" pitchFamily="2" charset="-127"/>
                          <a:ea typeface="Pretendard SemiBold" panose="02000703000000020004" pitchFamily="2" charset="-127"/>
                          <a:cs typeface="Pretendard SemiBold" panose="02000703000000020004" pitchFamily="2" charset="-127"/>
                        </a:rPr>
                        <a:t>화면명</a:t>
                      </a:r>
                    </a:p>
                  </a:txBody>
                  <a:tcPr marL="35998" marR="35998" marT="17999" marB="17999" anchor="ctr" horzOverflow="overflow">
                    <a:lnL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retendard SemiBold" panose="02000703000000020004" pitchFamily="2" charset="-127"/>
                        <a:ea typeface="Pretendard SemiBold" panose="02000703000000020004" pitchFamily="2" charset="-127"/>
                        <a:cs typeface="Pretendard SemiBold" panose="02000703000000020004" pitchFamily="2" charset="-127"/>
                      </a:endParaRPr>
                    </a:p>
                  </a:txBody>
                  <a:tcPr marL="35998" marR="35998" marT="17999" marB="17999" anchor="ctr" horzOverflow="overflow">
                    <a:lnL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5998" marR="35998" marT="17999" marB="1799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5998" marR="35998" marT="17999" marB="1799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48000"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35998" marR="35998" marT="17999" marB="17999" anchor="ctr" horzOverflow="overflow">
                    <a:lnL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:a16="http://schemas.microsoft.com/office/drawing/2014/main" id="{44D755F8-876D-FB6D-0D55-E44043CECB8E}"/>
              </a:ext>
            </a:extLst>
          </p:cNvPr>
          <p:cNvSpPr/>
          <p:nvPr userDrawn="1"/>
        </p:nvSpPr>
        <p:spPr>
          <a:xfrm>
            <a:off x="8904312" y="620688"/>
            <a:ext cx="3240000" cy="215900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rgbClr val="7885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US" altLang="ko-KR" sz="900" b="0" i="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Description</a:t>
            </a:r>
            <a:endParaRPr lang="ko-KR" altLang="en-US" sz="900" b="0" i="0" dirty="0">
              <a:solidFill>
                <a:schemeClr val="tx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14" name="텍스트 개체 틀 2">
            <a:extLst>
              <a:ext uri="{FF2B5EF4-FFF2-40B4-BE49-F238E27FC236}">
                <a16:creationId xmlns:a16="http://schemas.microsoft.com/office/drawing/2014/main" id="{6AC97B05-743B-136D-6063-888CC360E4B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20336" y="116632"/>
            <a:ext cx="3024000" cy="504000"/>
          </a:xfrm>
          <a:prstGeom prst="rect">
            <a:avLst/>
          </a:prstGeom>
          <a:solidFill>
            <a:schemeClr val="bg1"/>
          </a:solidFill>
          <a:ln w="6350">
            <a:solidFill>
              <a:srgbClr val="788595"/>
            </a:solidFill>
          </a:ln>
        </p:spPr>
        <p:txBody>
          <a:bodyPr lIns="72000" tIns="46800" rIns="72000" bIns="46800" anchor="t">
            <a:normAutofit/>
          </a:bodyPr>
          <a:lstStyle>
            <a:lvl1pPr marL="0" indent="0">
              <a:buNone/>
              <a:defRPr sz="900" b="0" i="0">
                <a:solidFill>
                  <a:srgbClr val="8F8DD7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981DA5F-E7B9-BBCB-E6CA-59461853D543}"/>
              </a:ext>
            </a:extLst>
          </p:cNvPr>
          <p:cNvSpPr/>
          <p:nvPr userDrawn="1"/>
        </p:nvSpPr>
        <p:spPr>
          <a:xfrm>
            <a:off x="8904312" y="116756"/>
            <a:ext cx="216024" cy="504000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rgbClr val="7885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000"/>
              </a:lnSpc>
            </a:pPr>
            <a:r>
              <a:rPr lang="ko-KR" altLang="en-US" sz="900" b="0" i="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화면 목적</a:t>
            </a:r>
          </a:p>
        </p:txBody>
      </p:sp>
      <p:sp>
        <p:nvSpPr>
          <p:cNvPr id="18" name="텍스트 개체 틀 2">
            <a:extLst>
              <a:ext uri="{FF2B5EF4-FFF2-40B4-BE49-F238E27FC236}">
                <a16:creationId xmlns:a16="http://schemas.microsoft.com/office/drawing/2014/main" id="{6F3AC026-087D-BE05-FCC9-902FC0751A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24039" y="116632"/>
            <a:ext cx="1296988" cy="215900"/>
          </a:xfrm>
          <a:prstGeom prst="rect">
            <a:avLst/>
          </a:prstGeom>
        </p:spPr>
        <p:txBody>
          <a:bodyPr lIns="36000" tIns="18000" rIns="36000" bIns="18000" anchor="ctr">
            <a:normAutofit/>
          </a:bodyPr>
          <a:lstStyle>
            <a:lvl1pPr marL="0" indent="0">
              <a:buNone/>
              <a:defRPr sz="900" b="0" i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9" name="텍스트 개체 틀 2">
            <a:extLst>
              <a:ext uri="{FF2B5EF4-FFF2-40B4-BE49-F238E27FC236}">
                <a16:creationId xmlns:a16="http://schemas.microsoft.com/office/drawing/2014/main" id="{DF395EDB-5C90-C738-6D1A-9CEF23AA9A8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24312" y="333078"/>
            <a:ext cx="2880000" cy="215900"/>
          </a:xfrm>
          <a:prstGeom prst="rect">
            <a:avLst/>
          </a:prstGeom>
        </p:spPr>
        <p:txBody>
          <a:bodyPr lIns="36000" tIns="18000" rIns="36000" bIns="18000" anchor="ctr">
            <a:normAutofit/>
          </a:bodyPr>
          <a:lstStyle>
            <a:lvl1pPr marL="0" indent="0">
              <a:buNone/>
              <a:defRPr sz="900" b="0" i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20" name="텍스트 개체 틀 2">
            <a:extLst>
              <a:ext uri="{FF2B5EF4-FFF2-40B4-BE49-F238E27FC236}">
                <a16:creationId xmlns:a16="http://schemas.microsoft.com/office/drawing/2014/main" id="{66C85EDC-0E47-ABA8-0C12-FB517497D03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5400" y="333078"/>
            <a:ext cx="4752000" cy="215900"/>
          </a:xfrm>
          <a:prstGeom prst="rect">
            <a:avLst/>
          </a:prstGeom>
        </p:spPr>
        <p:txBody>
          <a:bodyPr lIns="36000" tIns="18000" rIns="36000" bIns="18000" anchor="ctr">
            <a:normAutofit/>
          </a:bodyPr>
          <a:lstStyle>
            <a:lvl1pPr marL="0" indent="0">
              <a:buNone/>
              <a:defRPr sz="900" b="0" i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21" name="텍스트 개체 틀 2">
            <a:extLst>
              <a:ext uri="{FF2B5EF4-FFF2-40B4-BE49-F238E27FC236}">
                <a16:creationId xmlns:a16="http://schemas.microsoft.com/office/drawing/2014/main" id="{71392824-DA40-E36D-C2D2-1C2BB545DC9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95400" y="116632"/>
            <a:ext cx="4752000" cy="215900"/>
          </a:xfrm>
          <a:prstGeom prst="rect">
            <a:avLst/>
          </a:prstGeom>
        </p:spPr>
        <p:txBody>
          <a:bodyPr lIns="36000" tIns="18000" rIns="36000" bIns="18000" anchor="ctr">
            <a:normAutofit/>
          </a:bodyPr>
          <a:lstStyle>
            <a:lvl1pPr marL="0" indent="0">
              <a:buNone/>
              <a:defRPr sz="900" b="0" i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22" name="텍스트 개체 틀 2">
            <a:extLst>
              <a:ext uri="{FF2B5EF4-FFF2-40B4-BE49-F238E27FC236}">
                <a16:creationId xmlns:a16="http://schemas.microsoft.com/office/drawing/2014/main" id="{2423D297-9DA8-AD28-C7FD-7D945AE1AAA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896200" y="116632"/>
            <a:ext cx="1008000" cy="215900"/>
          </a:xfrm>
          <a:prstGeom prst="rect">
            <a:avLst/>
          </a:prstGeom>
        </p:spPr>
        <p:txBody>
          <a:bodyPr lIns="36000" tIns="18000" rIns="36000" bIns="18000" anchor="ctr">
            <a:normAutofit/>
          </a:bodyPr>
          <a:lstStyle>
            <a:lvl1pPr marL="0" indent="0">
              <a:buNone/>
              <a:defRPr sz="900" b="0" i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8ACC801-5AD3-ABF4-EBD3-7AC20434D3F5}"/>
              </a:ext>
            </a:extLst>
          </p:cNvPr>
          <p:cNvSpPr/>
          <p:nvPr userDrawn="1"/>
        </p:nvSpPr>
        <p:spPr>
          <a:xfrm>
            <a:off x="47328" y="548978"/>
            <a:ext cx="8856000" cy="72000"/>
          </a:xfrm>
          <a:prstGeom prst="rect">
            <a:avLst/>
          </a:prstGeom>
          <a:pattFill prst="ltUpDiag">
            <a:fgClr>
              <a:schemeClr val="accent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accent5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GNB</a:t>
            </a:r>
            <a:endParaRPr lang="ko-KR" altLang="en-US" sz="900" dirty="0">
              <a:solidFill>
                <a:schemeClr val="accent5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4F7FB2B-29F4-E8F0-FF46-38C0527A983B}"/>
              </a:ext>
            </a:extLst>
          </p:cNvPr>
          <p:cNvSpPr/>
          <p:nvPr userDrawn="1"/>
        </p:nvSpPr>
        <p:spPr>
          <a:xfrm>
            <a:off x="46844" y="620552"/>
            <a:ext cx="72000" cy="5976000"/>
          </a:xfrm>
          <a:prstGeom prst="rect">
            <a:avLst/>
          </a:prstGeom>
          <a:pattFill prst="ltUpDiag">
            <a:fgClr>
              <a:schemeClr val="accent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accent5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LNB</a:t>
            </a:r>
            <a:endParaRPr lang="ko-KR" altLang="en-US" sz="900" dirty="0">
              <a:solidFill>
                <a:schemeClr val="accent5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088532FB-E0EC-11B5-5683-58015E31CCD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92088" y="692150"/>
            <a:ext cx="3600000" cy="216000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2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</a:lstStyle>
          <a:p>
            <a:pPr lvl="0"/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7" name="텍스트 개체 틀 5">
            <a:extLst>
              <a:ext uri="{FF2B5EF4-FFF2-40B4-BE49-F238E27FC236}">
                <a16:creationId xmlns:a16="http://schemas.microsoft.com/office/drawing/2014/main" id="{636E9CD7-21B5-1CE4-BF00-7B52670D50B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32304" y="764150"/>
            <a:ext cx="3600000" cy="144000"/>
          </a:xfrm>
        </p:spPr>
        <p:txBody>
          <a:bodyPr lIns="0" tIns="0" rIns="0" bIns="0" anchor="ctr">
            <a:normAutofit/>
          </a:bodyPr>
          <a:lstStyle>
            <a:lvl1pPr marL="0" indent="0" algn="r">
              <a:buNone/>
              <a:defRPr sz="900">
                <a:solidFill>
                  <a:srgbClr val="AAAAAA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1pPr>
          </a:lstStyle>
          <a:p>
            <a:pPr lvl="0"/>
            <a:r>
              <a:rPr lang="en-US" altLang="ko-KR" dirty="0"/>
              <a:t>HOME &gt; 1depth &gt; 2depth &gt; 3depth</a:t>
            </a:r>
            <a:endParaRPr lang="ko-KR" altLang="en-US" dirty="0"/>
          </a:p>
        </p:txBody>
      </p:sp>
      <p:pic>
        <p:nvPicPr>
          <p:cNvPr id="27" name="Picture 1">
            <a:extLst>
              <a:ext uri="{FF2B5EF4-FFF2-40B4-BE49-F238E27FC236}">
                <a16:creationId xmlns:a16="http://schemas.microsoft.com/office/drawing/2014/main" id="{28DE7D5A-8381-1C5E-BF24-03BAE6316E3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7866" y="6541386"/>
            <a:ext cx="1207205" cy="316614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28" name="Picture 4">
            <a:extLst>
              <a:ext uri="{FF2B5EF4-FFF2-40B4-BE49-F238E27FC236}">
                <a16:creationId xmlns:a16="http://schemas.microsoft.com/office/drawing/2014/main" id="{C0C99000-C592-76E1-DC6D-88D535DEC6C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r="71813" b="7687"/>
          <a:stretch>
            <a:fillRect/>
          </a:stretch>
        </p:blipFill>
        <p:spPr>
          <a:xfrm>
            <a:off x="56853" y="6602397"/>
            <a:ext cx="1240481" cy="242580"/>
          </a:xfrm>
          <a:prstGeom prst="rect">
            <a:avLst/>
          </a:prstGeom>
          <a:noFill/>
          <a:ln>
            <a:noFill/>
          </a:ln>
          <a:effectLst/>
        </p:spPr>
      </p:pic>
      <p:graphicFrame>
        <p:nvGraphicFramePr>
          <p:cNvPr id="17" name="표 1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488853282"/>
              </p:ext>
            </p:extLst>
          </p:nvPr>
        </p:nvGraphicFramePr>
        <p:xfrm>
          <a:off x="133349" y="5781675"/>
          <a:ext cx="8667751" cy="7238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6590">
                  <a:extLst>
                    <a:ext uri="{9D8B030D-6E8A-4147-A177-3AD203B41FA5}">
                      <a16:colId xmlns:a16="http://schemas.microsoft.com/office/drawing/2014/main" val="2655737956"/>
                    </a:ext>
                  </a:extLst>
                </a:gridCol>
                <a:gridCol w="7801161">
                  <a:extLst>
                    <a:ext uri="{9D8B030D-6E8A-4147-A177-3AD203B41FA5}">
                      <a16:colId xmlns:a16="http://schemas.microsoft.com/office/drawing/2014/main" val="2411410057"/>
                    </a:ext>
                  </a:extLst>
                </a:gridCol>
              </a:tblGrid>
              <a:tr h="72389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참조</a:t>
                      </a:r>
                      <a:r>
                        <a:rPr lang="en-US" altLang="ko-KR" sz="1100" b="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Table</a:t>
                      </a:r>
                      <a:endParaRPr lang="ko-KR" altLang="en-US" sz="1100" b="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9856185"/>
                  </a:ext>
                </a:extLst>
              </a:tr>
            </a:tbl>
          </a:graphicData>
        </a:graphic>
      </p:graphicFrame>
      <p:sp>
        <p:nvSpPr>
          <p:cNvPr id="23" name="텍스트 개체 틀 2"/>
          <p:cNvSpPr>
            <a:spLocks noGrp="1"/>
          </p:cNvSpPr>
          <p:nvPr>
            <p:ph type="body" sz="quarter" idx="26" hasCustomPrompt="1"/>
          </p:nvPr>
        </p:nvSpPr>
        <p:spPr>
          <a:xfrm>
            <a:off x="962025" y="5772149"/>
            <a:ext cx="7839075" cy="742950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000" b="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교과목마스터 </a:t>
            </a:r>
            <a:r>
              <a:rPr lang="en-US" altLang="ko-KR" sz="1000" b="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TH_GYOG_COURSE_M</a:t>
            </a:r>
          </a:p>
        </p:txBody>
      </p:sp>
    </p:spTree>
    <p:extLst>
      <p:ext uri="{BB962C8B-B14F-4D97-AF65-F5344CB8AC3E}">
        <p14:creationId xmlns:p14="http://schemas.microsoft.com/office/powerpoint/2010/main" val="26480290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96">
          <p15:clr>
            <a:srgbClr val="FBAE40"/>
          </p15:clr>
        </p15:guide>
        <p15:guide id="2" pos="75">
          <p15:clr>
            <a:srgbClr val="FBAE40"/>
          </p15:clr>
        </p15:guide>
        <p15:guide id="3" pos="5564">
          <p15:clr>
            <a:srgbClr val="FBAE40"/>
          </p15:clr>
        </p15:guide>
        <p15:guide id="4" orient="horz" pos="391">
          <p15:clr>
            <a:srgbClr val="FBAE40"/>
          </p15:clr>
        </p15:guide>
        <p15:guide id="5" orient="horz" pos="4110">
          <p15:clr>
            <a:srgbClr val="FBAE40"/>
          </p15:clr>
        </p15:guide>
        <p15:guide id="6" orient="horz" pos="618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b_Layout_다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표 22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42908236"/>
              </p:ext>
            </p:extLst>
          </p:nvPr>
        </p:nvGraphicFramePr>
        <p:xfrm>
          <a:off x="133349" y="5781675"/>
          <a:ext cx="8667751" cy="7238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6590">
                  <a:extLst>
                    <a:ext uri="{9D8B030D-6E8A-4147-A177-3AD203B41FA5}">
                      <a16:colId xmlns:a16="http://schemas.microsoft.com/office/drawing/2014/main" val="2655737956"/>
                    </a:ext>
                  </a:extLst>
                </a:gridCol>
                <a:gridCol w="7801161">
                  <a:extLst>
                    <a:ext uri="{9D8B030D-6E8A-4147-A177-3AD203B41FA5}">
                      <a16:colId xmlns:a16="http://schemas.microsoft.com/office/drawing/2014/main" val="2411410057"/>
                    </a:ext>
                  </a:extLst>
                </a:gridCol>
              </a:tblGrid>
              <a:tr h="72389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참조</a:t>
                      </a:r>
                      <a:r>
                        <a:rPr lang="en-US" altLang="ko-KR" sz="1100" b="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Table</a:t>
                      </a:r>
                      <a:endParaRPr lang="ko-KR" altLang="en-US" sz="1100" b="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9856185"/>
                  </a:ext>
                </a:extLst>
              </a:tr>
            </a:tbl>
          </a:graphicData>
        </a:graphic>
      </p:graphicFrame>
      <p:sp>
        <p:nvSpPr>
          <p:cNvPr id="8" name="슬라이드 번호 개체 틀 4">
            <a:extLst>
              <a:ext uri="{FF2B5EF4-FFF2-40B4-BE49-F238E27FC236}">
                <a16:creationId xmlns:a16="http://schemas.microsoft.com/office/drawing/2014/main" id="{58746283-42DD-3854-541B-3A16D7BD0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80000" y="6669376"/>
            <a:ext cx="432000" cy="144000"/>
          </a:xfrm>
        </p:spPr>
        <p:txBody>
          <a:bodyPr lIns="0" tIns="0" rIns="0" bIns="0"/>
          <a:lstStyle>
            <a:lvl1pPr algn="ctr">
              <a:defRPr sz="900">
                <a:solidFill>
                  <a:srgbClr val="AAAAAA"/>
                </a:solidFill>
              </a:defRPr>
            </a:lvl1pPr>
          </a:lstStyle>
          <a:p>
            <a:fld id="{F4DDC248-BFE3-4912-9AF4-AAF533DF914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085A6A9B-8950-EA3E-845C-C2A68BCF5AD9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97999879"/>
              </p:ext>
            </p:extLst>
          </p:nvPr>
        </p:nvGraphicFramePr>
        <p:xfrm>
          <a:off x="47328" y="116632"/>
          <a:ext cx="8856000" cy="6480000"/>
        </p:xfrm>
        <a:graphic>
          <a:graphicData uri="http://schemas.openxmlformats.org/drawingml/2006/table">
            <a:tbl>
              <a:tblPr/>
              <a:tblGrid>
                <a:gridCol w="6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 SemiBold" panose="02000703000000020004" pitchFamily="2" charset="-127"/>
                          <a:ea typeface="Pretendard SemiBold" panose="02000703000000020004" pitchFamily="2" charset="-127"/>
                          <a:cs typeface="Pretendard SemiBold" panose="02000703000000020004" pitchFamily="2" charset="-127"/>
                        </a:rPr>
                        <a:t>프로젝트 명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retendard SemiBold" panose="02000703000000020004" pitchFamily="2" charset="-127"/>
                        <a:ea typeface="Pretendard SemiBold" panose="02000703000000020004" pitchFamily="2" charset="-127"/>
                        <a:cs typeface="Pretendard SemiBold" panose="02000703000000020004" pitchFamily="2" charset="-127"/>
                      </a:endParaRPr>
                    </a:p>
                  </a:txBody>
                  <a:tcPr marL="35998" marR="35998" marT="17999" marB="17999" anchor="ctr" horzOverflow="overflow">
                    <a:lnL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retendard SemiBold" panose="02000703000000020004" pitchFamily="2" charset="-127"/>
                        <a:ea typeface="Pretendard SemiBold" panose="02000703000000020004" pitchFamily="2" charset="-127"/>
                        <a:cs typeface="Pretendard SemiBold" panose="02000703000000020004" pitchFamily="2" charset="-127"/>
                      </a:endParaRPr>
                    </a:p>
                  </a:txBody>
                  <a:tcPr marL="35998" marR="35998" marT="17999" marB="17999" anchor="ctr" horzOverflow="overflow">
                    <a:lnL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 SemiBold" panose="02000703000000020004" pitchFamily="2" charset="-127"/>
                          <a:ea typeface="Pretendard SemiBold" panose="02000703000000020004" pitchFamily="2" charset="-127"/>
                          <a:cs typeface="Pretendard SemiBold" panose="02000703000000020004" pitchFamily="2" charset="-127"/>
                        </a:rPr>
                        <a:t>화면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 SemiBold" panose="02000703000000020004" pitchFamily="2" charset="-127"/>
                          <a:ea typeface="Pretendard SemiBold" panose="02000703000000020004" pitchFamily="2" charset="-127"/>
                          <a:cs typeface="Pretendard SemiBold" panose="02000703000000020004" pitchFamily="2" charset="-127"/>
                        </a:rPr>
                        <a:t>ID</a:t>
                      </a:r>
                      <a:endParaRPr kumimoji="1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retendard SemiBold" panose="02000703000000020004" pitchFamily="2" charset="-127"/>
                        <a:ea typeface="Pretendard SemiBold" panose="02000703000000020004" pitchFamily="2" charset="-127"/>
                        <a:cs typeface="Pretendard SemiBold" panose="02000703000000020004" pitchFamily="2" charset="-127"/>
                      </a:endParaRPr>
                    </a:p>
                  </a:txBody>
                  <a:tcPr marL="35998" marR="35998" marT="17999" marB="17999" anchor="ctr" horzOverflow="overflow">
                    <a:lnL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retendard SemiBold" panose="02000703000000020004" pitchFamily="2" charset="-127"/>
                        <a:ea typeface="Pretendard SemiBold" panose="02000703000000020004" pitchFamily="2" charset="-127"/>
                        <a:cs typeface="Pretendard SemiBold" panose="02000703000000020004" pitchFamily="2" charset="-127"/>
                      </a:endParaRPr>
                    </a:p>
                  </a:txBody>
                  <a:tcPr marL="35998" marR="35998" marT="17999" marB="17999" anchor="ctr" horzOverflow="overflow">
                    <a:lnL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 SemiBold" panose="02000703000000020004" pitchFamily="2" charset="-127"/>
                          <a:ea typeface="Pretendard SemiBold" panose="02000703000000020004" pitchFamily="2" charset="-127"/>
                          <a:cs typeface="Pretendard SemiBold" panose="02000703000000020004" pitchFamily="2" charset="-127"/>
                        </a:rPr>
                        <a:t>작성자</a:t>
                      </a:r>
                    </a:p>
                  </a:txBody>
                  <a:tcPr marL="35998" marR="35998" marT="17999" marB="17999" anchor="ctr" horzOverflow="overflow">
                    <a:lnL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>
                        <a:latin typeface="Pretendard SemiBold" panose="02000703000000020004" pitchFamily="2" charset="-127"/>
                        <a:ea typeface="Pretendard SemiBold" panose="02000703000000020004" pitchFamily="2" charset="-127"/>
                        <a:cs typeface="Pretendard SemiBold" panose="02000703000000020004" pitchFamily="2" charset="-127"/>
                      </a:endParaRPr>
                    </a:p>
                  </a:txBody>
                  <a:tcPr marL="35998" marR="35998" marT="17999" marB="17999" anchor="ctr" horzOverflow="overflow">
                    <a:lnL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 SemiBold" panose="02000703000000020004" pitchFamily="2" charset="-127"/>
                          <a:ea typeface="Pretendard SemiBold" panose="02000703000000020004" pitchFamily="2" charset="-127"/>
                          <a:cs typeface="Pretendard SemiBold" panose="02000703000000020004" pitchFamily="2" charset="-127"/>
                        </a:rPr>
                        <a:t>화면경로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retendard SemiBold" panose="02000703000000020004" pitchFamily="2" charset="-127"/>
                        <a:ea typeface="Pretendard SemiBold" panose="02000703000000020004" pitchFamily="2" charset="-127"/>
                        <a:cs typeface="Pretendard SemiBold" panose="02000703000000020004" pitchFamily="2" charset="-127"/>
                      </a:endParaRPr>
                    </a:p>
                  </a:txBody>
                  <a:tcPr marL="35998" marR="35998" marT="17999" marB="17999" anchor="ctr" horzOverflow="overflow">
                    <a:lnL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 SemiBold" panose="02000703000000020004" pitchFamily="2" charset="-127"/>
                        <a:ea typeface="Pretendard SemiBold" panose="02000703000000020004" pitchFamily="2" charset="-127"/>
                        <a:cs typeface="Pretendard SemiBold" panose="02000703000000020004" pitchFamily="2" charset="-127"/>
                      </a:endParaRPr>
                    </a:p>
                  </a:txBody>
                  <a:tcPr marL="35998" marR="35998" marT="17999" marB="17999" anchor="ctr" horzOverflow="overflow">
                    <a:lnL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 SemiBold" panose="02000703000000020004" pitchFamily="2" charset="-127"/>
                          <a:ea typeface="Pretendard SemiBold" panose="02000703000000020004" pitchFamily="2" charset="-127"/>
                          <a:cs typeface="Pretendard SemiBold" panose="02000703000000020004" pitchFamily="2" charset="-127"/>
                        </a:rPr>
                        <a:t>화면명</a:t>
                      </a:r>
                    </a:p>
                  </a:txBody>
                  <a:tcPr marL="35998" marR="35998" marT="17999" marB="17999" anchor="ctr" horzOverflow="overflow">
                    <a:lnL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retendard SemiBold" panose="02000703000000020004" pitchFamily="2" charset="-127"/>
                        <a:ea typeface="Pretendard SemiBold" panose="02000703000000020004" pitchFamily="2" charset="-127"/>
                        <a:cs typeface="Pretendard SemiBold" panose="02000703000000020004" pitchFamily="2" charset="-127"/>
                      </a:endParaRPr>
                    </a:p>
                  </a:txBody>
                  <a:tcPr marL="35998" marR="35998" marT="17999" marB="17999" anchor="ctr" horzOverflow="overflow">
                    <a:lnL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5998" marR="35998" marT="17999" marB="1799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5998" marR="35998" marT="17999" marB="1799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48000"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35998" marR="35998" marT="17999" marB="17999" anchor="ctr" horzOverflow="overflow">
                    <a:lnL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:a16="http://schemas.microsoft.com/office/drawing/2014/main" id="{44D755F8-876D-FB6D-0D55-E44043CECB8E}"/>
              </a:ext>
            </a:extLst>
          </p:cNvPr>
          <p:cNvSpPr/>
          <p:nvPr userDrawn="1"/>
        </p:nvSpPr>
        <p:spPr>
          <a:xfrm>
            <a:off x="8904312" y="620688"/>
            <a:ext cx="3240000" cy="215900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rgbClr val="7885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US" altLang="ko-KR" sz="900" b="0" i="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Description</a:t>
            </a:r>
            <a:endParaRPr lang="ko-KR" altLang="en-US" sz="900" b="0" i="0" dirty="0">
              <a:solidFill>
                <a:schemeClr val="tx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14" name="텍스트 개체 틀 2">
            <a:extLst>
              <a:ext uri="{FF2B5EF4-FFF2-40B4-BE49-F238E27FC236}">
                <a16:creationId xmlns:a16="http://schemas.microsoft.com/office/drawing/2014/main" id="{6AC97B05-743B-136D-6063-888CC360E4B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20336" y="116632"/>
            <a:ext cx="3024000" cy="504000"/>
          </a:xfrm>
          <a:prstGeom prst="rect">
            <a:avLst/>
          </a:prstGeom>
          <a:solidFill>
            <a:schemeClr val="bg1"/>
          </a:solidFill>
          <a:ln w="6350">
            <a:solidFill>
              <a:srgbClr val="788595"/>
            </a:solidFill>
          </a:ln>
        </p:spPr>
        <p:txBody>
          <a:bodyPr lIns="72000" tIns="46800" rIns="72000" bIns="46800" anchor="t">
            <a:normAutofit/>
          </a:bodyPr>
          <a:lstStyle>
            <a:lvl1pPr marL="0" indent="0">
              <a:buNone/>
              <a:defRPr sz="900" b="0" i="0">
                <a:solidFill>
                  <a:srgbClr val="8F8DD7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981DA5F-E7B9-BBCB-E6CA-59461853D543}"/>
              </a:ext>
            </a:extLst>
          </p:cNvPr>
          <p:cNvSpPr/>
          <p:nvPr userDrawn="1"/>
        </p:nvSpPr>
        <p:spPr>
          <a:xfrm>
            <a:off x="8904312" y="116756"/>
            <a:ext cx="216024" cy="504000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rgbClr val="7885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000"/>
              </a:lnSpc>
            </a:pPr>
            <a:r>
              <a:rPr lang="ko-KR" altLang="en-US" sz="900" b="0" i="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화면 목적</a:t>
            </a:r>
          </a:p>
        </p:txBody>
      </p:sp>
      <p:sp>
        <p:nvSpPr>
          <p:cNvPr id="18" name="텍스트 개체 틀 2">
            <a:extLst>
              <a:ext uri="{FF2B5EF4-FFF2-40B4-BE49-F238E27FC236}">
                <a16:creationId xmlns:a16="http://schemas.microsoft.com/office/drawing/2014/main" id="{6F3AC026-087D-BE05-FCC9-902FC0751A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24039" y="116632"/>
            <a:ext cx="1296988" cy="215900"/>
          </a:xfrm>
          <a:prstGeom prst="rect">
            <a:avLst/>
          </a:prstGeom>
        </p:spPr>
        <p:txBody>
          <a:bodyPr lIns="36000" tIns="18000" rIns="36000" bIns="18000" anchor="ctr">
            <a:normAutofit/>
          </a:bodyPr>
          <a:lstStyle>
            <a:lvl1pPr marL="0" indent="0">
              <a:buNone/>
              <a:defRPr sz="900" b="0" i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9" name="텍스트 개체 틀 2">
            <a:extLst>
              <a:ext uri="{FF2B5EF4-FFF2-40B4-BE49-F238E27FC236}">
                <a16:creationId xmlns:a16="http://schemas.microsoft.com/office/drawing/2014/main" id="{DF395EDB-5C90-C738-6D1A-9CEF23AA9A8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24312" y="333078"/>
            <a:ext cx="2880000" cy="215900"/>
          </a:xfrm>
          <a:prstGeom prst="rect">
            <a:avLst/>
          </a:prstGeom>
        </p:spPr>
        <p:txBody>
          <a:bodyPr lIns="36000" tIns="18000" rIns="36000" bIns="18000" anchor="ctr">
            <a:normAutofit/>
          </a:bodyPr>
          <a:lstStyle>
            <a:lvl1pPr marL="0" indent="0">
              <a:buNone/>
              <a:defRPr sz="900" b="0" i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20" name="텍스트 개체 틀 2">
            <a:extLst>
              <a:ext uri="{FF2B5EF4-FFF2-40B4-BE49-F238E27FC236}">
                <a16:creationId xmlns:a16="http://schemas.microsoft.com/office/drawing/2014/main" id="{66C85EDC-0E47-ABA8-0C12-FB517497D03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5400" y="333078"/>
            <a:ext cx="4752000" cy="215900"/>
          </a:xfrm>
          <a:prstGeom prst="rect">
            <a:avLst/>
          </a:prstGeom>
        </p:spPr>
        <p:txBody>
          <a:bodyPr lIns="36000" tIns="18000" rIns="36000" bIns="18000" anchor="ctr">
            <a:normAutofit/>
          </a:bodyPr>
          <a:lstStyle>
            <a:lvl1pPr marL="0" indent="0">
              <a:buNone/>
              <a:defRPr sz="900" b="0" i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21" name="텍스트 개체 틀 2">
            <a:extLst>
              <a:ext uri="{FF2B5EF4-FFF2-40B4-BE49-F238E27FC236}">
                <a16:creationId xmlns:a16="http://schemas.microsoft.com/office/drawing/2014/main" id="{71392824-DA40-E36D-C2D2-1C2BB545DC9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95400" y="116632"/>
            <a:ext cx="4752000" cy="215900"/>
          </a:xfrm>
          <a:prstGeom prst="rect">
            <a:avLst/>
          </a:prstGeom>
        </p:spPr>
        <p:txBody>
          <a:bodyPr lIns="36000" tIns="18000" rIns="36000" bIns="18000" anchor="ctr">
            <a:normAutofit/>
          </a:bodyPr>
          <a:lstStyle>
            <a:lvl1pPr marL="0" indent="0">
              <a:buNone/>
              <a:defRPr sz="900" b="0" i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22" name="텍스트 개체 틀 2">
            <a:extLst>
              <a:ext uri="{FF2B5EF4-FFF2-40B4-BE49-F238E27FC236}">
                <a16:creationId xmlns:a16="http://schemas.microsoft.com/office/drawing/2014/main" id="{2423D297-9DA8-AD28-C7FD-7D945AE1AAA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896200" y="116632"/>
            <a:ext cx="1008000" cy="215900"/>
          </a:xfrm>
          <a:prstGeom prst="rect">
            <a:avLst/>
          </a:prstGeom>
        </p:spPr>
        <p:txBody>
          <a:bodyPr lIns="36000" tIns="18000" rIns="36000" bIns="18000" anchor="ctr">
            <a:normAutofit/>
          </a:bodyPr>
          <a:lstStyle>
            <a:lvl1pPr marL="0" indent="0">
              <a:buNone/>
              <a:defRPr sz="900" b="0" i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8ACC801-5AD3-ABF4-EBD3-7AC20434D3F5}"/>
              </a:ext>
            </a:extLst>
          </p:cNvPr>
          <p:cNvSpPr/>
          <p:nvPr userDrawn="1"/>
        </p:nvSpPr>
        <p:spPr>
          <a:xfrm>
            <a:off x="47328" y="548978"/>
            <a:ext cx="8856000" cy="72000"/>
          </a:xfrm>
          <a:prstGeom prst="rect">
            <a:avLst/>
          </a:prstGeom>
          <a:pattFill prst="ltUpDiag">
            <a:fgClr>
              <a:schemeClr val="accent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accent5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GNB</a:t>
            </a:r>
            <a:endParaRPr lang="ko-KR" altLang="en-US" sz="900" dirty="0">
              <a:solidFill>
                <a:schemeClr val="accent5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4F7FB2B-29F4-E8F0-FF46-38C0527A983B}"/>
              </a:ext>
            </a:extLst>
          </p:cNvPr>
          <p:cNvSpPr/>
          <p:nvPr userDrawn="1"/>
        </p:nvSpPr>
        <p:spPr>
          <a:xfrm>
            <a:off x="46844" y="620552"/>
            <a:ext cx="72000" cy="5976000"/>
          </a:xfrm>
          <a:prstGeom prst="rect">
            <a:avLst/>
          </a:prstGeom>
          <a:pattFill prst="ltUpDiag">
            <a:fgClr>
              <a:schemeClr val="accent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accent5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LNB</a:t>
            </a:r>
            <a:endParaRPr lang="ko-KR" altLang="en-US" sz="900" dirty="0">
              <a:solidFill>
                <a:schemeClr val="accent5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088532FB-E0EC-11B5-5683-58015E31CCD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92088" y="692150"/>
            <a:ext cx="3600000" cy="216000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2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</a:lstStyle>
          <a:p>
            <a:pPr lvl="0"/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7" name="텍스트 개체 틀 5">
            <a:extLst>
              <a:ext uri="{FF2B5EF4-FFF2-40B4-BE49-F238E27FC236}">
                <a16:creationId xmlns:a16="http://schemas.microsoft.com/office/drawing/2014/main" id="{636E9CD7-21B5-1CE4-BF00-7B52670D50B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32304" y="764150"/>
            <a:ext cx="3600000" cy="144000"/>
          </a:xfrm>
        </p:spPr>
        <p:txBody>
          <a:bodyPr lIns="0" tIns="0" rIns="0" bIns="0" anchor="ctr">
            <a:normAutofit/>
          </a:bodyPr>
          <a:lstStyle>
            <a:lvl1pPr marL="0" indent="0" algn="r">
              <a:buNone/>
              <a:defRPr sz="900">
                <a:solidFill>
                  <a:srgbClr val="AAAAAA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1pPr>
          </a:lstStyle>
          <a:p>
            <a:pPr lvl="0"/>
            <a:r>
              <a:rPr lang="en-US" altLang="ko-KR" dirty="0"/>
              <a:t>HOME &gt; 1depth &gt; 2depth &gt; 3depth</a:t>
            </a:r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2C2BAF1-9CE0-96FF-4C07-828A4D617F48}"/>
              </a:ext>
            </a:extLst>
          </p:cNvPr>
          <p:cNvSpPr/>
          <p:nvPr userDrawn="1"/>
        </p:nvSpPr>
        <p:spPr>
          <a:xfrm>
            <a:off x="119336" y="6454048"/>
            <a:ext cx="8784000" cy="14330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다음페이지에서 계속</a:t>
            </a:r>
          </a:p>
        </p:txBody>
      </p:sp>
      <p:pic>
        <p:nvPicPr>
          <p:cNvPr id="27" name="Picture 1">
            <a:extLst>
              <a:ext uri="{FF2B5EF4-FFF2-40B4-BE49-F238E27FC236}">
                <a16:creationId xmlns:a16="http://schemas.microsoft.com/office/drawing/2014/main" id="{28DE7D5A-8381-1C5E-BF24-03BAE6316E3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7866" y="6541386"/>
            <a:ext cx="1207205" cy="316614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28" name="Picture 4">
            <a:extLst>
              <a:ext uri="{FF2B5EF4-FFF2-40B4-BE49-F238E27FC236}">
                <a16:creationId xmlns:a16="http://schemas.microsoft.com/office/drawing/2014/main" id="{C0C99000-C592-76E1-DC6D-88D535DEC6C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r="71813" b="7687"/>
          <a:stretch>
            <a:fillRect/>
          </a:stretch>
        </p:blipFill>
        <p:spPr>
          <a:xfrm>
            <a:off x="56853" y="6602397"/>
            <a:ext cx="1240481" cy="24258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4" name="텍스트 개체 틀 2"/>
          <p:cNvSpPr>
            <a:spLocks noGrp="1"/>
          </p:cNvSpPr>
          <p:nvPr>
            <p:ph type="body" sz="quarter" idx="26" hasCustomPrompt="1"/>
          </p:nvPr>
        </p:nvSpPr>
        <p:spPr>
          <a:xfrm>
            <a:off x="962025" y="5772149"/>
            <a:ext cx="7839075" cy="742950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000" b="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교과목마스터 </a:t>
            </a:r>
            <a:r>
              <a:rPr lang="en-US" altLang="ko-KR" sz="1000" b="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TH_GYOG_COURSE_M</a:t>
            </a:r>
          </a:p>
        </p:txBody>
      </p:sp>
    </p:spTree>
    <p:extLst>
      <p:ext uri="{BB962C8B-B14F-4D97-AF65-F5344CB8AC3E}">
        <p14:creationId xmlns:p14="http://schemas.microsoft.com/office/powerpoint/2010/main" val="12425047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96">
          <p15:clr>
            <a:srgbClr val="FBAE40"/>
          </p15:clr>
        </p15:guide>
        <p15:guide id="2" pos="75">
          <p15:clr>
            <a:srgbClr val="FBAE40"/>
          </p15:clr>
        </p15:guide>
        <p15:guide id="3" pos="5564">
          <p15:clr>
            <a:srgbClr val="FBAE40"/>
          </p15:clr>
        </p15:guide>
        <p15:guide id="4" orient="horz" pos="391">
          <p15:clr>
            <a:srgbClr val="FBAE40"/>
          </p15:clr>
        </p15:guide>
        <p15:guide id="5" orient="horz" pos="4110">
          <p15:clr>
            <a:srgbClr val="FBAE40"/>
          </p15:clr>
        </p15:guide>
        <p15:guide id="6" orient="horz" pos="618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b_Layout_이전다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표 22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885092932"/>
              </p:ext>
            </p:extLst>
          </p:nvPr>
        </p:nvGraphicFramePr>
        <p:xfrm>
          <a:off x="133349" y="5781675"/>
          <a:ext cx="8667751" cy="7238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6590">
                  <a:extLst>
                    <a:ext uri="{9D8B030D-6E8A-4147-A177-3AD203B41FA5}">
                      <a16:colId xmlns:a16="http://schemas.microsoft.com/office/drawing/2014/main" val="2655737956"/>
                    </a:ext>
                  </a:extLst>
                </a:gridCol>
                <a:gridCol w="7801161">
                  <a:extLst>
                    <a:ext uri="{9D8B030D-6E8A-4147-A177-3AD203B41FA5}">
                      <a16:colId xmlns:a16="http://schemas.microsoft.com/office/drawing/2014/main" val="2411410057"/>
                    </a:ext>
                  </a:extLst>
                </a:gridCol>
              </a:tblGrid>
              <a:tr h="72389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참조</a:t>
                      </a:r>
                      <a:r>
                        <a:rPr lang="en-US" altLang="ko-KR" sz="1100" b="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Table</a:t>
                      </a:r>
                      <a:endParaRPr lang="ko-KR" altLang="en-US" sz="1100" b="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9856185"/>
                  </a:ext>
                </a:extLst>
              </a:tr>
            </a:tbl>
          </a:graphicData>
        </a:graphic>
      </p:graphicFrame>
      <p:sp>
        <p:nvSpPr>
          <p:cNvPr id="8" name="슬라이드 번호 개체 틀 4">
            <a:extLst>
              <a:ext uri="{FF2B5EF4-FFF2-40B4-BE49-F238E27FC236}">
                <a16:creationId xmlns:a16="http://schemas.microsoft.com/office/drawing/2014/main" id="{58746283-42DD-3854-541B-3A16D7BD0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80000" y="6669376"/>
            <a:ext cx="432000" cy="144000"/>
          </a:xfrm>
        </p:spPr>
        <p:txBody>
          <a:bodyPr lIns="0" tIns="0" rIns="0" bIns="0"/>
          <a:lstStyle>
            <a:lvl1pPr algn="ctr">
              <a:defRPr sz="900">
                <a:solidFill>
                  <a:srgbClr val="AAAAAA"/>
                </a:solidFill>
              </a:defRPr>
            </a:lvl1pPr>
          </a:lstStyle>
          <a:p>
            <a:fld id="{F4DDC248-BFE3-4912-9AF4-AAF533DF914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085A6A9B-8950-EA3E-845C-C2A68BCF5AD9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43156611"/>
              </p:ext>
            </p:extLst>
          </p:nvPr>
        </p:nvGraphicFramePr>
        <p:xfrm>
          <a:off x="47328" y="116632"/>
          <a:ext cx="8856000" cy="6480000"/>
        </p:xfrm>
        <a:graphic>
          <a:graphicData uri="http://schemas.openxmlformats.org/drawingml/2006/table">
            <a:tbl>
              <a:tblPr/>
              <a:tblGrid>
                <a:gridCol w="6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 SemiBold" panose="02000703000000020004" pitchFamily="2" charset="-127"/>
                          <a:ea typeface="Pretendard SemiBold" panose="02000703000000020004" pitchFamily="2" charset="-127"/>
                          <a:cs typeface="Pretendard SemiBold" panose="02000703000000020004" pitchFamily="2" charset="-127"/>
                        </a:rPr>
                        <a:t>프로젝트 명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retendard SemiBold" panose="02000703000000020004" pitchFamily="2" charset="-127"/>
                        <a:ea typeface="Pretendard SemiBold" panose="02000703000000020004" pitchFamily="2" charset="-127"/>
                        <a:cs typeface="Pretendard SemiBold" panose="02000703000000020004" pitchFamily="2" charset="-127"/>
                      </a:endParaRPr>
                    </a:p>
                  </a:txBody>
                  <a:tcPr marL="35998" marR="35998" marT="17999" marB="17999" anchor="ctr" horzOverflow="overflow">
                    <a:lnL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retendard SemiBold" panose="02000703000000020004" pitchFamily="2" charset="-127"/>
                        <a:ea typeface="Pretendard SemiBold" panose="02000703000000020004" pitchFamily="2" charset="-127"/>
                        <a:cs typeface="Pretendard SemiBold" panose="02000703000000020004" pitchFamily="2" charset="-127"/>
                      </a:endParaRPr>
                    </a:p>
                  </a:txBody>
                  <a:tcPr marL="35998" marR="35998" marT="17999" marB="17999" anchor="ctr" horzOverflow="overflow">
                    <a:lnL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 SemiBold" panose="02000703000000020004" pitchFamily="2" charset="-127"/>
                          <a:ea typeface="Pretendard SemiBold" panose="02000703000000020004" pitchFamily="2" charset="-127"/>
                          <a:cs typeface="Pretendard SemiBold" panose="02000703000000020004" pitchFamily="2" charset="-127"/>
                        </a:rPr>
                        <a:t>화면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 SemiBold" panose="02000703000000020004" pitchFamily="2" charset="-127"/>
                          <a:ea typeface="Pretendard SemiBold" panose="02000703000000020004" pitchFamily="2" charset="-127"/>
                          <a:cs typeface="Pretendard SemiBold" panose="02000703000000020004" pitchFamily="2" charset="-127"/>
                        </a:rPr>
                        <a:t>ID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retendard SemiBold" panose="02000703000000020004" pitchFamily="2" charset="-127"/>
                        <a:ea typeface="Pretendard SemiBold" panose="02000703000000020004" pitchFamily="2" charset="-127"/>
                        <a:cs typeface="Pretendard SemiBold" panose="02000703000000020004" pitchFamily="2" charset="-127"/>
                      </a:endParaRPr>
                    </a:p>
                  </a:txBody>
                  <a:tcPr marL="35998" marR="35998" marT="17999" marB="17999" anchor="ctr" horzOverflow="overflow">
                    <a:lnL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retendard SemiBold" panose="02000703000000020004" pitchFamily="2" charset="-127"/>
                        <a:ea typeface="Pretendard SemiBold" panose="02000703000000020004" pitchFamily="2" charset="-127"/>
                        <a:cs typeface="Pretendard SemiBold" panose="02000703000000020004" pitchFamily="2" charset="-127"/>
                      </a:endParaRPr>
                    </a:p>
                  </a:txBody>
                  <a:tcPr marL="35998" marR="35998" marT="17999" marB="17999" anchor="ctr" horzOverflow="overflow">
                    <a:lnL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 SemiBold" panose="02000703000000020004" pitchFamily="2" charset="-127"/>
                          <a:ea typeface="Pretendard SemiBold" panose="02000703000000020004" pitchFamily="2" charset="-127"/>
                          <a:cs typeface="Pretendard SemiBold" panose="02000703000000020004" pitchFamily="2" charset="-127"/>
                        </a:rPr>
                        <a:t>작성자</a:t>
                      </a:r>
                    </a:p>
                  </a:txBody>
                  <a:tcPr marL="35998" marR="35998" marT="17999" marB="17999" anchor="ctr" horzOverflow="overflow">
                    <a:lnL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latin typeface="Pretendard SemiBold" panose="02000703000000020004" pitchFamily="2" charset="-127"/>
                        <a:ea typeface="Pretendard SemiBold" panose="02000703000000020004" pitchFamily="2" charset="-127"/>
                        <a:cs typeface="Pretendard SemiBold" panose="02000703000000020004" pitchFamily="2" charset="-127"/>
                      </a:endParaRPr>
                    </a:p>
                  </a:txBody>
                  <a:tcPr marL="35998" marR="35998" marT="17999" marB="17999" anchor="ctr" horzOverflow="overflow">
                    <a:lnL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 SemiBold" panose="02000703000000020004" pitchFamily="2" charset="-127"/>
                          <a:ea typeface="Pretendard SemiBold" panose="02000703000000020004" pitchFamily="2" charset="-127"/>
                          <a:cs typeface="Pretendard SemiBold" panose="02000703000000020004" pitchFamily="2" charset="-127"/>
                        </a:rPr>
                        <a:t>화면경로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retendard SemiBold" panose="02000703000000020004" pitchFamily="2" charset="-127"/>
                        <a:ea typeface="Pretendard SemiBold" panose="02000703000000020004" pitchFamily="2" charset="-127"/>
                        <a:cs typeface="Pretendard SemiBold" panose="02000703000000020004" pitchFamily="2" charset="-127"/>
                      </a:endParaRPr>
                    </a:p>
                  </a:txBody>
                  <a:tcPr marL="35998" marR="35998" marT="17999" marB="17999" anchor="ctr" horzOverflow="overflow">
                    <a:lnL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 SemiBold" panose="02000703000000020004" pitchFamily="2" charset="-127"/>
                        <a:ea typeface="Pretendard SemiBold" panose="02000703000000020004" pitchFamily="2" charset="-127"/>
                        <a:cs typeface="Pretendard SemiBold" panose="02000703000000020004" pitchFamily="2" charset="-127"/>
                      </a:endParaRPr>
                    </a:p>
                  </a:txBody>
                  <a:tcPr marL="35998" marR="35998" marT="17999" marB="17999" anchor="ctr" horzOverflow="overflow">
                    <a:lnL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 SemiBold" panose="02000703000000020004" pitchFamily="2" charset="-127"/>
                          <a:ea typeface="Pretendard SemiBold" panose="02000703000000020004" pitchFamily="2" charset="-127"/>
                          <a:cs typeface="Pretendard SemiBold" panose="02000703000000020004" pitchFamily="2" charset="-127"/>
                        </a:rPr>
                        <a:t>화면명</a:t>
                      </a:r>
                    </a:p>
                  </a:txBody>
                  <a:tcPr marL="35998" marR="35998" marT="17999" marB="17999" anchor="ctr" horzOverflow="overflow">
                    <a:lnL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retendard SemiBold" panose="02000703000000020004" pitchFamily="2" charset="-127"/>
                        <a:ea typeface="Pretendard SemiBold" panose="02000703000000020004" pitchFamily="2" charset="-127"/>
                        <a:cs typeface="Pretendard SemiBold" panose="02000703000000020004" pitchFamily="2" charset="-127"/>
                      </a:endParaRPr>
                    </a:p>
                  </a:txBody>
                  <a:tcPr marL="35998" marR="35998" marT="17999" marB="17999" anchor="ctr" horzOverflow="overflow">
                    <a:lnL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5998" marR="35998" marT="17999" marB="1799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5998" marR="35998" marT="17999" marB="1799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48000"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35998" marR="35998" marT="17999" marB="17999" anchor="ctr" horzOverflow="overflow">
                    <a:lnL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:a16="http://schemas.microsoft.com/office/drawing/2014/main" id="{44D755F8-876D-FB6D-0D55-E44043CECB8E}"/>
              </a:ext>
            </a:extLst>
          </p:cNvPr>
          <p:cNvSpPr/>
          <p:nvPr userDrawn="1"/>
        </p:nvSpPr>
        <p:spPr>
          <a:xfrm>
            <a:off x="8904312" y="620688"/>
            <a:ext cx="3240000" cy="215900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rgbClr val="7885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US" altLang="ko-KR" sz="900" b="0" i="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Description</a:t>
            </a:r>
            <a:endParaRPr lang="ko-KR" altLang="en-US" sz="900" b="0" i="0" dirty="0">
              <a:solidFill>
                <a:schemeClr val="tx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14" name="텍스트 개체 틀 2">
            <a:extLst>
              <a:ext uri="{FF2B5EF4-FFF2-40B4-BE49-F238E27FC236}">
                <a16:creationId xmlns:a16="http://schemas.microsoft.com/office/drawing/2014/main" id="{6AC97B05-743B-136D-6063-888CC360E4B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20336" y="116632"/>
            <a:ext cx="3024000" cy="504000"/>
          </a:xfrm>
          <a:prstGeom prst="rect">
            <a:avLst/>
          </a:prstGeom>
          <a:solidFill>
            <a:schemeClr val="bg1"/>
          </a:solidFill>
          <a:ln w="6350">
            <a:solidFill>
              <a:srgbClr val="788595"/>
            </a:solidFill>
          </a:ln>
        </p:spPr>
        <p:txBody>
          <a:bodyPr lIns="72000" tIns="46800" rIns="72000" bIns="46800" anchor="t">
            <a:normAutofit/>
          </a:bodyPr>
          <a:lstStyle>
            <a:lvl1pPr marL="0" indent="0">
              <a:buNone/>
              <a:defRPr sz="900" b="0" i="0">
                <a:solidFill>
                  <a:srgbClr val="8F8DD7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981DA5F-E7B9-BBCB-E6CA-59461853D543}"/>
              </a:ext>
            </a:extLst>
          </p:cNvPr>
          <p:cNvSpPr/>
          <p:nvPr userDrawn="1"/>
        </p:nvSpPr>
        <p:spPr>
          <a:xfrm>
            <a:off x="8904312" y="116756"/>
            <a:ext cx="216024" cy="504000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rgbClr val="7885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000"/>
              </a:lnSpc>
            </a:pPr>
            <a:r>
              <a:rPr lang="ko-KR" altLang="en-US" sz="900" b="0" i="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화면 목적</a:t>
            </a:r>
          </a:p>
        </p:txBody>
      </p:sp>
      <p:sp>
        <p:nvSpPr>
          <p:cNvPr id="18" name="텍스트 개체 틀 2">
            <a:extLst>
              <a:ext uri="{FF2B5EF4-FFF2-40B4-BE49-F238E27FC236}">
                <a16:creationId xmlns:a16="http://schemas.microsoft.com/office/drawing/2014/main" id="{6F3AC026-087D-BE05-FCC9-902FC0751A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24039" y="116632"/>
            <a:ext cx="1296988" cy="215900"/>
          </a:xfrm>
          <a:prstGeom prst="rect">
            <a:avLst/>
          </a:prstGeom>
        </p:spPr>
        <p:txBody>
          <a:bodyPr lIns="36000" tIns="18000" rIns="36000" bIns="18000" anchor="ctr">
            <a:normAutofit/>
          </a:bodyPr>
          <a:lstStyle>
            <a:lvl1pPr marL="0" indent="0">
              <a:buNone/>
              <a:defRPr sz="900" b="0" i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9" name="텍스트 개체 틀 2">
            <a:extLst>
              <a:ext uri="{FF2B5EF4-FFF2-40B4-BE49-F238E27FC236}">
                <a16:creationId xmlns:a16="http://schemas.microsoft.com/office/drawing/2014/main" id="{DF395EDB-5C90-C738-6D1A-9CEF23AA9A8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24312" y="333078"/>
            <a:ext cx="2880000" cy="215900"/>
          </a:xfrm>
          <a:prstGeom prst="rect">
            <a:avLst/>
          </a:prstGeom>
        </p:spPr>
        <p:txBody>
          <a:bodyPr lIns="36000" tIns="18000" rIns="36000" bIns="18000" anchor="ctr">
            <a:normAutofit/>
          </a:bodyPr>
          <a:lstStyle>
            <a:lvl1pPr marL="0" indent="0">
              <a:buNone/>
              <a:defRPr sz="900" b="0" i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20" name="텍스트 개체 틀 2">
            <a:extLst>
              <a:ext uri="{FF2B5EF4-FFF2-40B4-BE49-F238E27FC236}">
                <a16:creationId xmlns:a16="http://schemas.microsoft.com/office/drawing/2014/main" id="{66C85EDC-0E47-ABA8-0C12-FB517497D03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5400" y="333078"/>
            <a:ext cx="4752000" cy="215900"/>
          </a:xfrm>
          <a:prstGeom prst="rect">
            <a:avLst/>
          </a:prstGeom>
        </p:spPr>
        <p:txBody>
          <a:bodyPr lIns="36000" tIns="18000" rIns="36000" bIns="18000" anchor="ctr">
            <a:normAutofit/>
          </a:bodyPr>
          <a:lstStyle>
            <a:lvl1pPr marL="0" indent="0">
              <a:buNone/>
              <a:defRPr sz="900" b="0" i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21" name="텍스트 개체 틀 2">
            <a:extLst>
              <a:ext uri="{FF2B5EF4-FFF2-40B4-BE49-F238E27FC236}">
                <a16:creationId xmlns:a16="http://schemas.microsoft.com/office/drawing/2014/main" id="{71392824-DA40-E36D-C2D2-1C2BB545DC9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95400" y="116632"/>
            <a:ext cx="4752000" cy="215900"/>
          </a:xfrm>
          <a:prstGeom prst="rect">
            <a:avLst/>
          </a:prstGeom>
        </p:spPr>
        <p:txBody>
          <a:bodyPr lIns="36000" tIns="18000" rIns="36000" bIns="18000" anchor="ctr">
            <a:normAutofit/>
          </a:bodyPr>
          <a:lstStyle>
            <a:lvl1pPr marL="0" indent="0">
              <a:buNone/>
              <a:defRPr sz="900" b="0" i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22" name="텍스트 개체 틀 2">
            <a:extLst>
              <a:ext uri="{FF2B5EF4-FFF2-40B4-BE49-F238E27FC236}">
                <a16:creationId xmlns:a16="http://schemas.microsoft.com/office/drawing/2014/main" id="{2423D297-9DA8-AD28-C7FD-7D945AE1AAA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896200" y="116632"/>
            <a:ext cx="1008000" cy="215900"/>
          </a:xfrm>
          <a:prstGeom prst="rect">
            <a:avLst/>
          </a:prstGeom>
        </p:spPr>
        <p:txBody>
          <a:bodyPr lIns="36000" tIns="18000" rIns="36000" bIns="18000" anchor="ctr">
            <a:normAutofit/>
          </a:bodyPr>
          <a:lstStyle>
            <a:lvl1pPr marL="0" indent="0">
              <a:buNone/>
              <a:defRPr sz="900" b="0" i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8ACC801-5AD3-ABF4-EBD3-7AC20434D3F5}"/>
              </a:ext>
            </a:extLst>
          </p:cNvPr>
          <p:cNvSpPr/>
          <p:nvPr userDrawn="1"/>
        </p:nvSpPr>
        <p:spPr>
          <a:xfrm>
            <a:off x="47328" y="548978"/>
            <a:ext cx="8856000" cy="72000"/>
          </a:xfrm>
          <a:prstGeom prst="rect">
            <a:avLst/>
          </a:prstGeom>
          <a:pattFill prst="ltUpDiag">
            <a:fgClr>
              <a:schemeClr val="accent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accent5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GNB</a:t>
            </a:r>
            <a:endParaRPr lang="ko-KR" altLang="en-US" sz="900" dirty="0">
              <a:solidFill>
                <a:schemeClr val="accent5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4F7FB2B-29F4-E8F0-FF46-38C0527A983B}"/>
              </a:ext>
            </a:extLst>
          </p:cNvPr>
          <p:cNvSpPr/>
          <p:nvPr userDrawn="1"/>
        </p:nvSpPr>
        <p:spPr>
          <a:xfrm>
            <a:off x="46844" y="620552"/>
            <a:ext cx="72000" cy="5976000"/>
          </a:xfrm>
          <a:prstGeom prst="rect">
            <a:avLst/>
          </a:prstGeom>
          <a:pattFill prst="ltUpDiag">
            <a:fgClr>
              <a:schemeClr val="accent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accent5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LNB</a:t>
            </a:r>
            <a:endParaRPr lang="ko-KR" altLang="en-US" sz="900" dirty="0">
              <a:solidFill>
                <a:schemeClr val="accent5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2C2BAF1-9CE0-96FF-4C07-828A4D617F48}"/>
              </a:ext>
            </a:extLst>
          </p:cNvPr>
          <p:cNvSpPr/>
          <p:nvPr userDrawn="1"/>
        </p:nvSpPr>
        <p:spPr>
          <a:xfrm>
            <a:off x="119336" y="620688"/>
            <a:ext cx="8784000" cy="14330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이전페이지에서 계속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5B1C75A-5B07-B100-CAFD-F34CA4BBEA26}"/>
              </a:ext>
            </a:extLst>
          </p:cNvPr>
          <p:cNvSpPr/>
          <p:nvPr userDrawn="1"/>
        </p:nvSpPr>
        <p:spPr>
          <a:xfrm>
            <a:off x="119336" y="6454048"/>
            <a:ext cx="8784000" cy="14330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다음페이지에서 계속</a:t>
            </a:r>
          </a:p>
        </p:txBody>
      </p:sp>
      <p:pic>
        <p:nvPicPr>
          <p:cNvPr id="27" name="Picture 1">
            <a:extLst>
              <a:ext uri="{FF2B5EF4-FFF2-40B4-BE49-F238E27FC236}">
                <a16:creationId xmlns:a16="http://schemas.microsoft.com/office/drawing/2014/main" id="{28DE7D5A-8381-1C5E-BF24-03BAE6316E3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7866" y="6541386"/>
            <a:ext cx="1207205" cy="316614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28" name="Picture 4">
            <a:extLst>
              <a:ext uri="{FF2B5EF4-FFF2-40B4-BE49-F238E27FC236}">
                <a16:creationId xmlns:a16="http://schemas.microsoft.com/office/drawing/2014/main" id="{C0C99000-C592-76E1-DC6D-88D535DEC6C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r="71813" b="7687"/>
          <a:stretch>
            <a:fillRect/>
          </a:stretch>
        </p:blipFill>
        <p:spPr>
          <a:xfrm>
            <a:off x="56853" y="6602397"/>
            <a:ext cx="1240481" cy="24258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4" name="텍스트 개체 틀 2"/>
          <p:cNvSpPr>
            <a:spLocks noGrp="1"/>
          </p:cNvSpPr>
          <p:nvPr>
            <p:ph type="body" sz="quarter" idx="24" hasCustomPrompt="1"/>
          </p:nvPr>
        </p:nvSpPr>
        <p:spPr>
          <a:xfrm>
            <a:off x="962025" y="5772149"/>
            <a:ext cx="7839075" cy="742950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000" b="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교과목마스터 </a:t>
            </a:r>
            <a:r>
              <a:rPr lang="en-US" altLang="ko-KR" sz="1000" b="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TH_GYOG_COURSE_M</a:t>
            </a:r>
          </a:p>
        </p:txBody>
      </p:sp>
    </p:spTree>
    <p:extLst>
      <p:ext uri="{BB962C8B-B14F-4D97-AF65-F5344CB8AC3E}">
        <p14:creationId xmlns:p14="http://schemas.microsoft.com/office/powerpoint/2010/main" val="28594592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96">
          <p15:clr>
            <a:srgbClr val="FBAE40"/>
          </p15:clr>
        </p15:guide>
        <p15:guide id="2" pos="75">
          <p15:clr>
            <a:srgbClr val="FBAE40"/>
          </p15:clr>
        </p15:guide>
        <p15:guide id="3" pos="5564">
          <p15:clr>
            <a:srgbClr val="FBAE40"/>
          </p15:clr>
        </p15:guide>
        <p15:guide id="4" orient="horz" pos="391">
          <p15:clr>
            <a:srgbClr val="FBAE40"/>
          </p15:clr>
        </p15:guide>
        <p15:guide id="5" orient="horz" pos="4110">
          <p15:clr>
            <a:srgbClr val="FBAE40"/>
          </p15:clr>
        </p15:guide>
        <p15:guide id="6" orient="horz" pos="618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b_Layout_이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4">
            <a:extLst>
              <a:ext uri="{FF2B5EF4-FFF2-40B4-BE49-F238E27FC236}">
                <a16:creationId xmlns:a16="http://schemas.microsoft.com/office/drawing/2014/main" id="{58746283-42DD-3854-541B-3A16D7BD0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80000" y="6669376"/>
            <a:ext cx="432000" cy="144000"/>
          </a:xfrm>
        </p:spPr>
        <p:txBody>
          <a:bodyPr lIns="0" tIns="0" rIns="0" bIns="0"/>
          <a:lstStyle>
            <a:lvl1pPr algn="ctr">
              <a:defRPr sz="900">
                <a:solidFill>
                  <a:srgbClr val="AAAAAA"/>
                </a:solidFill>
              </a:defRPr>
            </a:lvl1pPr>
          </a:lstStyle>
          <a:p>
            <a:fld id="{F4DDC248-BFE3-4912-9AF4-AAF533DF914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085A6A9B-8950-EA3E-845C-C2A68BCF5AD9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241654752"/>
              </p:ext>
            </p:extLst>
          </p:nvPr>
        </p:nvGraphicFramePr>
        <p:xfrm>
          <a:off x="47328" y="116632"/>
          <a:ext cx="8856000" cy="6480000"/>
        </p:xfrm>
        <a:graphic>
          <a:graphicData uri="http://schemas.openxmlformats.org/drawingml/2006/table">
            <a:tbl>
              <a:tblPr/>
              <a:tblGrid>
                <a:gridCol w="6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 SemiBold" panose="02000703000000020004" pitchFamily="2" charset="-127"/>
                          <a:ea typeface="Pretendard SemiBold" panose="02000703000000020004" pitchFamily="2" charset="-127"/>
                          <a:cs typeface="Pretendard SemiBold" panose="02000703000000020004" pitchFamily="2" charset="-127"/>
                        </a:rPr>
                        <a:t>프로젝트 명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retendard SemiBold" panose="02000703000000020004" pitchFamily="2" charset="-127"/>
                        <a:ea typeface="Pretendard SemiBold" panose="02000703000000020004" pitchFamily="2" charset="-127"/>
                        <a:cs typeface="Pretendard SemiBold" panose="02000703000000020004" pitchFamily="2" charset="-127"/>
                      </a:endParaRPr>
                    </a:p>
                  </a:txBody>
                  <a:tcPr marL="35998" marR="35998" marT="17999" marB="17999" anchor="ctr" horzOverflow="overflow">
                    <a:lnL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retendard SemiBold" panose="02000703000000020004" pitchFamily="2" charset="-127"/>
                        <a:ea typeface="Pretendard SemiBold" panose="02000703000000020004" pitchFamily="2" charset="-127"/>
                        <a:cs typeface="Pretendard SemiBold" panose="02000703000000020004" pitchFamily="2" charset="-127"/>
                      </a:endParaRPr>
                    </a:p>
                  </a:txBody>
                  <a:tcPr marL="35998" marR="35998" marT="17999" marB="17999" anchor="ctr" horzOverflow="overflow">
                    <a:lnL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 SemiBold" panose="02000703000000020004" pitchFamily="2" charset="-127"/>
                          <a:ea typeface="Pretendard SemiBold" panose="02000703000000020004" pitchFamily="2" charset="-127"/>
                          <a:cs typeface="Pretendard SemiBold" panose="02000703000000020004" pitchFamily="2" charset="-127"/>
                        </a:rPr>
                        <a:t>화면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 SemiBold" panose="02000703000000020004" pitchFamily="2" charset="-127"/>
                          <a:ea typeface="Pretendard SemiBold" panose="02000703000000020004" pitchFamily="2" charset="-127"/>
                          <a:cs typeface="Pretendard SemiBold" panose="02000703000000020004" pitchFamily="2" charset="-127"/>
                        </a:rPr>
                        <a:t>ID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retendard SemiBold" panose="02000703000000020004" pitchFamily="2" charset="-127"/>
                        <a:ea typeface="Pretendard SemiBold" panose="02000703000000020004" pitchFamily="2" charset="-127"/>
                        <a:cs typeface="Pretendard SemiBold" panose="02000703000000020004" pitchFamily="2" charset="-127"/>
                      </a:endParaRPr>
                    </a:p>
                  </a:txBody>
                  <a:tcPr marL="35998" marR="35998" marT="17999" marB="17999" anchor="ctr" horzOverflow="overflow">
                    <a:lnL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retendard SemiBold" panose="02000703000000020004" pitchFamily="2" charset="-127"/>
                        <a:ea typeface="Pretendard SemiBold" panose="02000703000000020004" pitchFamily="2" charset="-127"/>
                        <a:cs typeface="Pretendard SemiBold" panose="02000703000000020004" pitchFamily="2" charset="-127"/>
                      </a:endParaRPr>
                    </a:p>
                  </a:txBody>
                  <a:tcPr marL="35998" marR="35998" marT="17999" marB="17999" anchor="ctr" horzOverflow="overflow">
                    <a:lnL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 SemiBold" panose="02000703000000020004" pitchFamily="2" charset="-127"/>
                          <a:ea typeface="Pretendard SemiBold" panose="02000703000000020004" pitchFamily="2" charset="-127"/>
                          <a:cs typeface="Pretendard SemiBold" panose="02000703000000020004" pitchFamily="2" charset="-127"/>
                        </a:rPr>
                        <a:t>작성자</a:t>
                      </a:r>
                    </a:p>
                  </a:txBody>
                  <a:tcPr marL="35998" marR="35998" marT="17999" marB="17999" anchor="ctr" horzOverflow="overflow">
                    <a:lnL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latin typeface="Pretendard SemiBold" panose="02000703000000020004" pitchFamily="2" charset="-127"/>
                        <a:ea typeface="Pretendard SemiBold" panose="02000703000000020004" pitchFamily="2" charset="-127"/>
                        <a:cs typeface="Pretendard SemiBold" panose="02000703000000020004" pitchFamily="2" charset="-127"/>
                      </a:endParaRPr>
                    </a:p>
                  </a:txBody>
                  <a:tcPr marL="35998" marR="35998" marT="17999" marB="17999" anchor="ctr" horzOverflow="overflow">
                    <a:lnL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 SemiBold" panose="02000703000000020004" pitchFamily="2" charset="-127"/>
                          <a:ea typeface="Pretendard SemiBold" panose="02000703000000020004" pitchFamily="2" charset="-127"/>
                          <a:cs typeface="Pretendard SemiBold" panose="02000703000000020004" pitchFamily="2" charset="-127"/>
                        </a:rPr>
                        <a:t>화면경로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retendard SemiBold" panose="02000703000000020004" pitchFamily="2" charset="-127"/>
                        <a:ea typeface="Pretendard SemiBold" panose="02000703000000020004" pitchFamily="2" charset="-127"/>
                        <a:cs typeface="Pretendard SemiBold" panose="02000703000000020004" pitchFamily="2" charset="-127"/>
                      </a:endParaRPr>
                    </a:p>
                  </a:txBody>
                  <a:tcPr marL="35998" marR="35998" marT="17999" marB="17999" anchor="ctr" horzOverflow="overflow">
                    <a:lnL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 SemiBold" panose="02000703000000020004" pitchFamily="2" charset="-127"/>
                        <a:ea typeface="Pretendard SemiBold" panose="02000703000000020004" pitchFamily="2" charset="-127"/>
                        <a:cs typeface="Pretendard SemiBold" panose="02000703000000020004" pitchFamily="2" charset="-127"/>
                      </a:endParaRPr>
                    </a:p>
                  </a:txBody>
                  <a:tcPr marL="35998" marR="35998" marT="17999" marB="17999" anchor="ctr" horzOverflow="overflow">
                    <a:lnL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 SemiBold" panose="02000703000000020004" pitchFamily="2" charset="-127"/>
                          <a:ea typeface="Pretendard SemiBold" panose="02000703000000020004" pitchFamily="2" charset="-127"/>
                          <a:cs typeface="Pretendard SemiBold" panose="02000703000000020004" pitchFamily="2" charset="-127"/>
                        </a:rPr>
                        <a:t>화면명</a:t>
                      </a:r>
                    </a:p>
                  </a:txBody>
                  <a:tcPr marL="35998" marR="35998" marT="17999" marB="17999" anchor="ctr" horzOverflow="overflow">
                    <a:lnL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retendard SemiBold" panose="02000703000000020004" pitchFamily="2" charset="-127"/>
                        <a:ea typeface="Pretendard SemiBold" panose="02000703000000020004" pitchFamily="2" charset="-127"/>
                        <a:cs typeface="Pretendard SemiBold" panose="02000703000000020004" pitchFamily="2" charset="-127"/>
                      </a:endParaRPr>
                    </a:p>
                  </a:txBody>
                  <a:tcPr marL="35998" marR="35998" marT="17999" marB="17999" anchor="ctr" horzOverflow="overflow">
                    <a:lnL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5998" marR="35998" marT="17999" marB="1799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5998" marR="35998" marT="17999" marB="1799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48000"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35998" marR="35998" marT="17999" marB="17999" anchor="ctr" horzOverflow="overflow">
                    <a:lnL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:a16="http://schemas.microsoft.com/office/drawing/2014/main" id="{44D755F8-876D-FB6D-0D55-E44043CECB8E}"/>
              </a:ext>
            </a:extLst>
          </p:cNvPr>
          <p:cNvSpPr/>
          <p:nvPr userDrawn="1"/>
        </p:nvSpPr>
        <p:spPr>
          <a:xfrm>
            <a:off x="8904312" y="620688"/>
            <a:ext cx="3240000" cy="215900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rgbClr val="7885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US" altLang="ko-KR" sz="900" b="0" i="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Description</a:t>
            </a:r>
            <a:endParaRPr lang="ko-KR" altLang="en-US" sz="900" b="0" i="0" dirty="0">
              <a:solidFill>
                <a:schemeClr val="tx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14" name="텍스트 개체 틀 2">
            <a:extLst>
              <a:ext uri="{FF2B5EF4-FFF2-40B4-BE49-F238E27FC236}">
                <a16:creationId xmlns:a16="http://schemas.microsoft.com/office/drawing/2014/main" id="{6AC97B05-743B-136D-6063-888CC360E4B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20336" y="116632"/>
            <a:ext cx="3024000" cy="504000"/>
          </a:xfrm>
          <a:prstGeom prst="rect">
            <a:avLst/>
          </a:prstGeom>
          <a:solidFill>
            <a:schemeClr val="bg1"/>
          </a:solidFill>
          <a:ln w="6350">
            <a:solidFill>
              <a:srgbClr val="788595"/>
            </a:solidFill>
          </a:ln>
        </p:spPr>
        <p:txBody>
          <a:bodyPr lIns="72000" tIns="46800" rIns="72000" bIns="46800" anchor="t">
            <a:normAutofit/>
          </a:bodyPr>
          <a:lstStyle>
            <a:lvl1pPr marL="0" indent="0">
              <a:buNone/>
              <a:defRPr sz="900" b="0" i="0">
                <a:solidFill>
                  <a:srgbClr val="8F8DD7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981DA5F-E7B9-BBCB-E6CA-59461853D543}"/>
              </a:ext>
            </a:extLst>
          </p:cNvPr>
          <p:cNvSpPr/>
          <p:nvPr userDrawn="1"/>
        </p:nvSpPr>
        <p:spPr>
          <a:xfrm>
            <a:off x="8904312" y="116756"/>
            <a:ext cx="216024" cy="504000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rgbClr val="7885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000"/>
              </a:lnSpc>
            </a:pPr>
            <a:r>
              <a:rPr lang="ko-KR" altLang="en-US" sz="900" b="0" i="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화면 목적</a:t>
            </a:r>
          </a:p>
        </p:txBody>
      </p:sp>
      <p:sp>
        <p:nvSpPr>
          <p:cNvPr id="18" name="텍스트 개체 틀 2">
            <a:extLst>
              <a:ext uri="{FF2B5EF4-FFF2-40B4-BE49-F238E27FC236}">
                <a16:creationId xmlns:a16="http://schemas.microsoft.com/office/drawing/2014/main" id="{6F3AC026-087D-BE05-FCC9-902FC0751A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24039" y="116632"/>
            <a:ext cx="1296988" cy="215900"/>
          </a:xfrm>
          <a:prstGeom prst="rect">
            <a:avLst/>
          </a:prstGeom>
        </p:spPr>
        <p:txBody>
          <a:bodyPr lIns="36000" tIns="18000" rIns="36000" bIns="18000" anchor="ctr">
            <a:normAutofit/>
          </a:bodyPr>
          <a:lstStyle>
            <a:lvl1pPr marL="0" indent="0">
              <a:buNone/>
              <a:defRPr sz="900" b="0" i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9" name="텍스트 개체 틀 2">
            <a:extLst>
              <a:ext uri="{FF2B5EF4-FFF2-40B4-BE49-F238E27FC236}">
                <a16:creationId xmlns:a16="http://schemas.microsoft.com/office/drawing/2014/main" id="{DF395EDB-5C90-C738-6D1A-9CEF23AA9A8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24312" y="333078"/>
            <a:ext cx="2880000" cy="215900"/>
          </a:xfrm>
          <a:prstGeom prst="rect">
            <a:avLst/>
          </a:prstGeom>
        </p:spPr>
        <p:txBody>
          <a:bodyPr lIns="36000" tIns="18000" rIns="36000" bIns="18000" anchor="ctr">
            <a:normAutofit/>
          </a:bodyPr>
          <a:lstStyle>
            <a:lvl1pPr marL="0" indent="0">
              <a:buNone/>
              <a:defRPr sz="900" b="0" i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20" name="텍스트 개체 틀 2">
            <a:extLst>
              <a:ext uri="{FF2B5EF4-FFF2-40B4-BE49-F238E27FC236}">
                <a16:creationId xmlns:a16="http://schemas.microsoft.com/office/drawing/2014/main" id="{66C85EDC-0E47-ABA8-0C12-FB517497D03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5400" y="333078"/>
            <a:ext cx="4752000" cy="215900"/>
          </a:xfrm>
          <a:prstGeom prst="rect">
            <a:avLst/>
          </a:prstGeom>
        </p:spPr>
        <p:txBody>
          <a:bodyPr lIns="36000" tIns="18000" rIns="36000" bIns="18000" anchor="ctr">
            <a:normAutofit/>
          </a:bodyPr>
          <a:lstStyle>
            <a:lvl1pPr marL="0" indent="0">
              <a:buNone/>
              <a:defRPr sz="900" b="0" i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21" name="텍스트 개체 틀 2">
            <a:extLst>
              <a:ext uri="{FF2B5EF4-FFF2-40B4-BE49-F238E27FC236}">
                <a16:creationId xmlns:a16="http://schemas.microsoft.com/office/drawing/2014/main" id="{71392824-DA40-E36D-C2D2-1C2BB545DC9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95400" y="116632"/>
            <a:ext cx="4752000" cy="215900"/>
          </a:xfrm>
          <a:prstGeom prst="rect">
            <a:avLst/>
          </a:prstGeom>
        </p:spPr>
        <p:txBody>
          <a:bodyPr lIns="36000" tIns="18000" rIns="36000" bIns="18000" anchor="ctr">
            <a:normAutofit/>
          </a:bodyPr>
          <a:lstStyle>
            <a:lvl1pPr marL="0" indent="0">
              <a:buNone/>
              <a:defRPr sz="900" b="0" i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22" name="텍스트 개체 틀 2">
            <a:extLst>
              <a:ext uri="{FF2B5EF4-FFF2-40B4-BE49-F238E27FC236}">
                <a16:creationId xmlns:a16="http://schemas.microsoft.com/office/drawing/2014/main" id="{2423D297-9DA8-AD28-C7FD-7D945AE1AAA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896200" y="116632"/>
            <a:ext cx="1008000" cy="215900"/>
          </a:xfrm>
          <a:prstGeom prst="rect">
            <a:avLst/>
          </a:prstGeom>
        </p:spPr>
        <p:txBody>
          <a:bodyPr lIns="36000" tIns="18000" rIns="36000" bIns="18000" anchor="ctr">
            <a:normAutofit/>
          </a:bodyPr>
          <a:lstStyle>
            <a:lvl1pPr marL="0" indent="0">
              <a:buNone/>
              <a:defRPr sz="900" b="0" i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8ACC801-5AD3-ABF4-EBD3-7AC20434D3F5}"/>
              </a:ext>
            </a:extLst>
          </p:cNvPr>
          <p:cNvSpPr/>
          <p:nvPr userDrawn="1"/>
        </p:nvSpPr>
        <p:spPr>
          <a:xfrm>
            <a:off x="47328" y="548978"/>
            <a:ext cx="8856000" cy="72000"/>
          </a:xfrm>
          <a:prstGeom prst="rect">
            <a:avLst/>
          </a:prstGeom>
          <a:pattFill prst="ltUpDiag">
            <a:fgClr>
              <a:schemeClr val="accent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accent5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GNB</a:t>
            </a:r>
            <a:endParaRPr lang="ko-KR" altLang="en-US" sz="900" dirty="0">
              <a:solidFill>
                <a:schemeClr val="accent5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4F7FB2B-29F4-E8F0-FF46-38C0527A983B}"/>
              </a:ext>
            </a:extLst>
          </p:cNvPr>
          <p:cNvSpPr/>
          <p:nvPr userDrawn="1"/>
        </p:nvSpPr>
        <p:spPr>
          <a:xfrm>
            <a:off x="46844" y="620552"/>
            <a:ext cx="72000" cy="5976000"/>
          </a:xfrm>
          <a:prstGeom prst="rect">
            <a:avLst/>
          </a:prstGeom>
          <a:pattFill prst="ltUpDiag">
            <a:fgClr>
              <a:schemeClr val="accent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accent5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LNB</a:t>
            </a:r>
            <a:endParaRPr lang="ko-KR" altLang="en-US" sz="900" dirty="0">
              <a:solidFill>
                <a:schemeClr val="accent5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2C2BAF1-9CE0-96FF-4C07-828A4D617F48}"/>
              </a:ext>
            </a:extLst>
          </p:cNvPr>
          <p:cNvSpPr/>
          <p:nvPr userDrawn="1"/>
        </p:nvSpPr>
        <p:spPr>
          <a:xfrm>
            <a:off x="119336" y="620688"/>
            <a:ext cx="8784000" cy="14330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이전페이지에서 계속</a:t>
            </a:r>
          </a:p>
        </p:txBody>
      </p:sp>
      <p:pic>
        <p:nvPicPr>
          <p:cNvPr id="26" name="Picture 1">
            <a:extLst>
              <a:ext uri="{FF2B5EF4-FFF2-40B4-BE49-F238E27FC236}">
                <a16:creationId xmlns:a16="http://schemas.microsoft.com/office/drawing/2014/main" id="{28DE7D5A-8381-1C5E-BF24-03BAE6316E3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7866" y="6541386"/>
            <a:ext cx="1207205" cy="316614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27" name="Picture 4">
            <a:extLst>
              <a:ext uri="{FF2B5EF4-FFF2-40B4-BE49-F238E27FC236}">
                <a16:creationId xmlns:a16="http://schemas.microsoft.com/office/drawing/2014/main" id="{C0C99000-C592-76E1-DC6D-88D535DEC6C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r="71813" b="7687"/>
          <a:stretch>
            <a:fillRect/>
          </a:stretch>
        </p:blipFill>
        <p:spPr>
          <a:xfrm>
            <a:off x="56853" y="6602397"/>
            <a:ext cx="1240481" cy="242580"/>
          </a:xfrm>
          <a:prstGeom prst="rect">
            <a:avLst/>
          </a:prstGeom>
          <a:noFill/>
          <a:ln>
            <a:noFill/>
          </a:ln>
          <a:effectLst/>
        </p:spPr>
      </p:pic>
      <p:graphicFrame>
        <p:nvGraphicFramePr>
          <p:cNvPr id="17" name="표 1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488853282"/>
              </p:ext>
            </p:extLst>
          </p:nvPr>
        </p:nvGraphicFramePr>
        <p:xfrm>
          <a:off x="133349" y="5781675"/>
          <a:ext cx="8667751" cy="7238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6590">
                  <a:extLst>
                    <a:ext uri="{9D8B030D-6E8A-4147-A177-3AD203B41FA5}">
                      <a16:colId xmlns:a16="http://schemas.microsoft.com/office/drawing/2014/main" val="2655737956"/>
                    </a:ext>
                  </a:extLst>
                </a:gridCol>
                <a:gridCol w="7801161">
                  <a:extLst>
                    <a:ext uri="{9D8B030D-6E8A-4147-A177-3AD203B41FA5}">
                      <a16:colId xmlns:a16="http://schemas.microsoft.com/office/drawing/2014/main" val="2411410057"/>
                    </a:ext>
                  </a:extLst>
                </a:gridCol>
              </a:tblGrid>
              <a:tr h="72389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참조</a:t>
                      </a:r>
                      <a:r>
                        <a:rPr lang="en-US" altLang="ko-KR" sz="1100" b="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Table</a:t>
                      </a:r>
                      <a:endParaRPr lang="ko-KR" altLang="en-US" sz="1100" b="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9856185"/>
                  </a:ext>
                </a:extLst>
              </a:tr>
            </a:tbl>
          </a:graphicData>
        </a:graphic>
      </p:graphicFrame>
      <p:sp>
        <p:nvSpPr>
          <p:cNvPr id="23" name="텍스트 개체 틀 2"/>
          <p:cNvSpPr>
            <a:spLocks noGrp="1"/>
          </p:cNvSpPr>
          <p:nvPr>
            <p:ph type="body" sz="quarter" idx="24" hasCustomPrompt="1"/>
          </p:nvPr>
        </p:nvSpPr>
        <p:spPr>
          <a:xfrm>
            <a:off x="962025" y="5772149"/>
            <a:ext cx="7839075" cy="742950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000" b="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교과목마스터 </a:t>
            </a:r>
            <a:r>
              <a:rPr lang="en-US" altLang="ko-KR" sz="1000" b="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TH_GYOG_COURSE_M</a:t>
            </a:r>
          </a:p>
        </p:txBody>
      </p:sp>
    </p:spTree>
    <p:extLst>
      <p:ext uri="{BB962C8B-B14F-4D97-AF65-F5344CB8AC3E}">
        <p14:creationId xmlns:p14="http://schemas.microsoft.com/office/powerpoint/2010/main" val="20291911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96">
          <p15:clr>
            <a:srgbClr val="FBAE40"/>
          </p15:clr>
        </p15:guide>
        <p15:guide id="2" pos="75">
          <p15:clr>
            <a:srgbClr val="FBAE40"/>
          </p15:clr>
        </p15:guide>
        <p15:guide id="3" pos="5564">
          <p15:clr>
            <a:srgbClr val="FBAE40"/>
          </p15:clr>
        </p15:guide>
        <p15:guide id="4" orient="horz" pos="391">
          <p15:clr>
            <a:srgbClr val="FBAE40"/>
          </p15:clr>
        </p15:guide>
        <p15:guide id="5" orient="horz" pos="4110">
          <p15:clr>
            <a:srgbClr val="FBAE40"/>
          </p15:clr>
        </p15:guide>
        <p15:guide id="6" orient="horz" pos="618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b_pop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4">
            <a:extLst>
              <a:ext uri="{FF2B5EF4-FFF2-40B4-BE49-F238E27FC236}">
                <a16:creationId xmlns:a16="http://schemas.microsoft.com/office/drawing/2014/main" id="{58746283-42DD-3854-541B-3A16D7BD0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80000" y="6669376"/>
            <a:ext cx="432000" cy="144000"/>
          </a:xfrm>
        </p:spPr>
        <p:txBody>
          <a:bodyPr lIns="0" tIns="0" rIns="0" bIns="0"/>
          <a:lstStyle>
            <a:lvl1pPr algn="ctr">
              <a:defRPr sz="900">
                <a:solidFill>
                  <a:srgbClr val="AAAAAA"/>
                </a:solidFill>
              </a:defRPr>
            </a:lvl1pPr>
          </a:lstStyle>
          <a:p>
            <a:fld id="{F4DDC248-BFE3-4912-9AF4-AAF533DF914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085A6A9B-8950-EA3E-845C-C2A68BCF5AD9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87017821"/>
              </p:ext>
            </p:extLst>
          </p:nvPr>
        </p:nvGraphicFramePr>
        <p:xfrm>
          <a:off x="47328" y="116632"/>
          <a:ext cx="8856000" cy="6480000"/>
        </p:xfrm>
        <a:graphic>
          <a:graphicData uri="http://schemas.openxmlformats.org/drawingml/2006/table">
            <a:tbl>
              <a:tblPr/>
              <a:tblGrid>
                <a:gridCol w="6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 SemiBold" panose="02000703000000020004" pitchFamily="2" charset="-127"/>
                          <a:ea typeface="Pretendard SemiBold" panose="02000703000000020004" pitchFamily="2" charset="-127"/>
                          <a:cs typeface="Pretendard SemiBold" panose="02000703000000020004" pitchFamily="2" charset="-127"/>
                        </a:rPr>
                        <a:t>프로젝트 명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retendard SemiBold" panose="02000703000000020004" pitchFamily="2" charset="-127"/>
                        <a:ea typeface="Pretendard SemiBold" panose="02000703000000020004" pitchFamily="2" charset="-127"/>
                        <a:cs typeface="Pretendard SemiBold" panose="02000703000000020004" pitchFamily="2" charset="-127"/>
                      </a:endParaRPr>
                    </a:p>
                  </a:txBody>
                  <a:tcPr marL="35998" marR="35998" marT="17999" marB="17999" anchor="ctr" horzOverflow="overflow">
                    <a:lnL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retendard SemiBold" panose="02000703000000020004" pitchFamily="2" charset="-127"/>
                        <a:ea typeface="Pretendard SemiBold" panose="02000703000000020004" pitchFamily="2" charset="-127"/>
                        <a:cs typeface="Pretendard SemiBold" panose="02000703000000020004" pitchFamily="2" charset="-127"/>
                      </a:endParaRPr>
                    </a:p>
                  </a:txBody>
                  <a:tcPr marL="35998" marR="35998" marT="17999" marB="17999" anchor="ctr" horzOverflow="overflow">
                    <a:lnL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 SemiBold" panose="02000703000000020004" pitchFamily="2" charset="-127"/>
                          <a:ea typeface="Pretendard SemiBold" panose="02000703000000020004" pitchFamily="2" charset="-127"/>
                          <a:cs typeface="Pretendard SemiBold" panose="02000703000000020004" pitchFamily="2" charset="-127"/>
                        </a:rPr>
                        <a:t>화면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 SemiBold" panose="02000703000000020004" pitchFamily="2" charset="-127"/>
                          <a:ea typeface="Pretendard SemiBold" panose="02000703000000020004" pitchFamily="2" charset="-127"/>
                          <a:cs typeface="Pretendard SemiBold" panose="02000703000000020004" pitchFamily="2" charset="-127"/>
                        </a:rPr>
                        <a:t>ID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retendard SemiBold" panose="02000703000000020004" pitchFamily="2" charset="-127"/>
                        <a:ea typeface="Pretendard SemiBold" panose="02000703000000020004" pitchFamily="2" charset="-127"/>
                        <a:cs typeface="Pretendard SemiBold" panose="02000703000000020004" pitchFamily="2" charset="-127"/>
                      </a:endParaRPr>
                    </a:p>
                  </a:txBody>
                  <a:tcPr marL="35998" marR="35998" marT="17999" marB="17999" anchor="ctr" horzOverflow="overflow">
                    <a:lnL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retendard SemiBold" panose="02000703000000020004" pitchFamily="2" charset="-127"/>
                        <a:ea typeface="Pretendard SemiBold" panose="02000703000000020004" pitchFamily="2" charset="-127"/>
                        <a:cs typeface="Pretendard SemiBold" panose="02000703000000020004" pitchFamily="2" charset="-127"/>
                      </a:endParaRPr>
                    </a:p>
                  </a:txBody>
                  <a:tcPr marL="35998" marR="35998" marT="17999" marB="17999" anchor="ctr" horzOverflow="overflow">
                    <a:lnL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 SemiBold" panose="02000703000000020004" pitchFamily="2" charset="-127"/>
                          <a:ea typeface="Pretendard SemiBold" panose="02000703000000020004" pitchFamily="2" charset="-127"/>
                          <a:cs typeface="Pretendard SemiBold" panose="02000703000000020004" pitchFamily="2" charset="-127"/>
                        </a:rPr>
                        <a:t>작성자</a:t>
                      </a:r>
                    </a:p>
                  </a:txBody>
                  <a:tcPr marL="35998" marR="35998" marT="17999" marB="17999" anchor="ctr" horzOverflow="overflow">
                    <a:lnL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latin typeface="Pretendard SemiBold" panose="02000703000000020004" pitchFamily="2" charset="-127"/>
                        <a:ea typeface="Pretendard SemiBold" panose="02000703000000020004" pitchFamily="2" charset="-127"/>
                        <a:cs typeface="Pretendard SemiBold" panose="02000703000000020004" pitchFamily="2" charset="-127"/>
                      </a:endParaRPr>
                    </a:p>
                  </a:txBody>
                  <a:tcPr marL="35998" marR="35998" marT="17999" marB="17999" anchor="ctr" horzOverflow="overflow">
                    <a:lnL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 SemiBold" panose="02000703000000020004" pitchFamily="2" charset="-127"/>
                          <a:ea typeface="Pretendard SemiBold" panose="02000703000000020004" pitchFamily="2" charset="-127"/>
                          <a:cs typeface="Pretendard SemiBold" panose="02000703000000020004" pitchFamily="2" charset="-127"/>
                        </a:rPr>
                        <a:t>화면경로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retendard SemiBold" panose="02000703000000020004" pitchFamily="2" charset="-127"/>
                        <a:ea typeface="Pretendard SemiBold" panose="02000703000000020004" pitchFamily="2" charset="-127"/>
                        <a:cs typeface="Pretendard SemiBold" panose="02000703000000020004" pitchFamily="2" charset="-127"/>
                      </a:endParaRPr>
                    </a:p>
                  </a:txBody>
                  <a:tcPr marL="35998" marR="35998" marT="17999" marB="17999" anchor="ctr" horzOverflow="overflow">
                    <a:lnL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retendard SemiBold" panose="02000703000000020004" pitchFamily="2" charset="-127"/>
                        <a:ea typeface="Pretendard SemiBold" panose="02000703000000020004" pitchFamily="2" charset="-127"/>
                        <a:cs typeface="Pretendard SemiBold" panose="02000703000000020004" pitchFamily="2" charset="-127"/>
                      </a:endParaRPr>
                    </a:p>
                  </a:txBody>
                  <a:tcPr marL="35998" marR="35998" marT="17999" marB="17999" anchor="ctr" horzOverflow="overflow">
                    <a:lnL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retendard SemiBold" panose="02000703000000020004" pitchFamily="2" charset="-127"/>
                          <a:ea typeface="Pretendard SemiBold" panose="02000703000000020004" pitchFamily="2" charset="-127"/>
                          <a:cs typeface="Pretendard SemiBold" panose="02000703000000020004" pitchFamily="2" charset="-127"/>
                        </a:rPr>
                        <a:t>화면명</a:t>
                      </a:r>
                    </a:p>
                  </a:txBody>
                  <a:tcPr marL="35998" marR="35998" marT="17999" marB="17999" anchor="ctr" horzOverflow="overflow">
                    <a:lnL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retendard SemiBold" panose="02000703000000020004" pitchFamily="2" charset="-127"/>
                        <a:ea typeface="Pretendard SemiBold" panose="02000703000000020004" pitchFamily="2" charset="-127"/>
                        <a:cs typeface="Pretendard SemiBold" panose="02000703000000020004" pitchFamily="2" charset="-127"/>
                      </a:endParaRPr>
                    </a:p>
                  </a:txBody>
                  <a:tcPr marL="35998" marR="35998" marT="17999" marB="17999" anchor="ctr" horzOverflow="overflow">
                    <a:lnL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5998" marR="35998" marT="17999" marB="1799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5998" marR="35998" marT="17999" marB="1799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48000"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35998" marR="35998" marT="17999" marB="17999" anchor="ctr" horzOverflow="overflow">
                    <a:lnL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85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:a16="http://schemas.microsoft.com/office/drawing/2014/main" id="{44D755F8-876D-FB6D-0D55-E44043CECB8E}"/>
              </a:ext>
            </a:extLst>
          </p:cNvPr>
          <p:cNvSpPr/>
          <p:nvPr userDrawn="1"/>
        </p:nvSpPr>
        <p:spPr>
          <a:xfrm>
            <a:off x="8904312" y="620688"/>
            <a:ext cx="3240000" cy="215900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rgbClr val="7885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US" altLang="ko-KR" sz="900" b="0" i="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Description</a:t>
            </a:r>
            <a:endParaRPr lang="ko-KR" altLang="en-US" sz="900" b="0" i="0" dirty="0">
              <a:solidFill>
                <a:schemeClr val="tx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14" name="텍스트 개체 틀 2">
            <a:extLst>
              <a:ext uri="{FF2B5EF4-FFF2-40B4-BE49-F238E27FC236}">
                <a16:creationId xmlns:a16="http://schemas.microsoft.com/office/drawing/2014/main" id="{6AC97B05-743B-136D-6063-888CC360E4B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20336" y="116632"/>
            <a:ext cx="3024000" cy="504000"/>
          </a:xfrm>
          <a:prstGeom prst="rect">
            <a:avLst/>
          </a:prstGeom>
          <a:solidFill>
            <a:schemeClr val="bg1"/>
          </a:solidFill>
          <a:ln w="6350">
            <a:solidFill>
              <a:srgbClr val="788595"/>
            </a:solidFill>
          </a:ln>
        </p:spPr>
        <p:txBody>
          <a:bodyPr lIns="72000" tIns="46800" rIns="72000" bIns="46800" anchor="t">
            <a:normAutofit/>
          </a:bodyPr>
          <a:lstStyle>
            <a:lvl1pPr marL="0" indent="0">
              <a:buNone/>
              <a:defRPr sz="900" b="0" i="0">
                <a:solidFill>
                  <a:srgbClr val="8F8DD7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981DA5F-E7B9-BBCB-E6CA-59461853D543}"/>
              </a:ext>
            </a:extLst>
          </p:cNvPr>
          <p:cNvSpPr/>
          <p:nvPr userDrawn="1"/>
        </p:nvSpPr>
        <p:spPr>
          <a:xfrm>
            <a:off x="8904312" y="116756"/>
            <a:ext cx="216024" cy="504000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rgbClr val="7885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000"/>
              </a:lnSpc>
            </a:pPr>
            <a:r>
              <a:rPr lang="ko-KR" altLang="en-US" sz="900" b="0" i="0" dirty="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화면 목적</a:t>
            </a:r>
          </a:p>
        </p:txBody>
      </p:sp>
      <p:sp>
        <p:nvSpPr>
          <p:cNvPr id="18" name="텍스트 개체 틀 2">
            <a:extLst>
              <a:ext uri="{FF2B5EF4-FFF2-40B4-BE49-F238E27FC236}">
                <a16:creationId xmlns:a16="http://schemas.microsoft.com/office/drawing/2014/main" id="{6F3AC026-087D-BE05-FCC9-902FC0751A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24039" y="116632"/>
            <a:ext cx="1296988" cy="215900"/>
          </a:xfrm>
          <a:prstGeom prst="rect">
            <a:avLst/>
          </a:prstGeom>
        </p:spPr>
        <p:txBody>
          <a:bodyPr lIns="36000" tIns="18000" rIns="36000" bIns="18000" anchor="ctr">
            <a:normAutofit/>
          </a:bodyPr>
          <a:lstStyle>
            <a:lvl1pPr marL="0" indent="0">
              <a:buNone/>
              <a:defRPr sz="900" b="0" i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9" name="텍스트 개체 틀 2">
            <a:extLst>
              <a:ext uri="{FF2B5EF4-FFF2-40B4-BE49-F238E27FC236}">
                <a16:creationId xmlns:a16="http://schemas.microsoft.com/office/drawing/2014/main" id="{DF395EDB-5C90-C738-6D1A-9CEF23AA9A8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24312" y="333078"/>
            <a:ext cx="2880000" cy="215900"/>
          </a:xfrm>
          <a:prstGeom prst="rect">
            <a:avLst/>
          </a:prstGeom>
        </p:spPr>
        <p:txBody>
          <a:bodyPr lIns="36000" tIns="18000" rIns="36000" bIns="18000" anchor="ctr">
            <a:normAutofit/>
          </a:bodyPr>
          <a:lstStyle>
            <a:lvl1pPr marL="0" indent="0">
              <a:buNone/>
              <a:defRPr sz="900" b="0" i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20" name="텍스트 개체 틀 2">
            <a:extLst>
              <a:ext uri="{FF2B5EF4-FFF2-40B4-BE49-F238E27FC236}">
                <a16:creationId xmlns:a16="http://schemas.microsoft.com/office/drawing/2014/main" id="{66C85EDC-0E47-ABA8-0C12-FB517497D03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5400" y="333078"/>
            <a:ext cx="4752000" cy="215900"/>
          </a:xfrm>
          <a:prstGeom prst="rect">
            <a:avLst/>
          </a:prstGeom>
        </p:spPr>
        <p:txBody>
          <a:bodyPr lIns="36000" tIns="18000" rIns="36000" bIns="18000" anchor="ctr">
            <a:normAutofit/>
          </a:bodyPr>
          <a:lstStyle>
            <a:lvl1pPr marL="0" indent="0">
              <a:buNone/>
              <a:defRPr sz="900" b="0" i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21" name="텍스트 개체 틀 2">
            <a:extLst>
              <a:ext uri="{FF2B5EF4-FFF2-40B4-BE49-F238E27FC236}">
                <a16:creationId xmlns:a16="http://schemas.microsoft.com/office/drawing/2014/main" id="{71392824-DA40-E36D-C2D2-1C2BB545DC9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95400" y="116632"/>
            <a:ext cx="4752000" cy="215900"/>
          </a:xfrm>
          <a:prstGeom prst="rect">
            <a:avLst/>
          </a:prstGeom>
        </p:spPr>
        <p:txBody>
          <a:bodyPr lIns="36000" tIns="18000" rIns="36000" bIns="18000" anchor="ctr">
            <a:normAutofit/>
          </a:bodyPr>
          <a:lstStyle>
            <a:lvl1pPr marL="0" indent="0">
              <a:buNone/>
              <a:defRPr sz="900" b="0" i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22" name="텍스트 개체 틀 2">
            <a:extLst>
              <a:ext uri="{FF2B5EF4-FFF2-40B4-BE49-F238E27FC236}">
                <a16:creationId xmlns:a16="http://schemas.microsoft.com/office/drawing/2014/main" id="{2423D297-9DA8-AD28-C7FD-7D945AE1AAA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896200" y="116632"/>
            <a:ext cx="1008000" cy="215900"/>
          </a:xfrm>
          <a:prstGeom prst="rect">
            <a:avLst/>
          </a:prstGeom>
        </p:spPr>
        <p:txBody>
          <a:bodyPr lIns="36000" tIns="18000" rIns="36000" bIns="18000" anchor="ctr">
            <a:normAutofit/>
          </a:bodyPr>
          <a:lstStyle>
            <a:lvl1pPr marL="0" indent="0">
              <a:buNone/>
              <a:defRPr sz="900" b="0" i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0F25F74-B856-9485-842C-8B8E846628F7}"/>
              </a:ext>
            </a:extLst>
          </p:cNvPr>
          <p:cNvSpPr/>
          <p:nvPr userDrawn="1"/>
        </p:nvSpPr>
        <p:spPr>
          <a:xfrm>
            <a:off x="47328" y="548978"/>
            <a:ext cx="8856000" cy="60476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7" name="Picture 1">
            <a:extLst>
              <a:ext uri="{FF2B5EF4-FFF2-40B4-BE49-F238E27FC236}">
                <a16:creationId xmlns:a16="http://schemas.microsoft.com/office/drawing/2014/main" id="{28DE7D5A-8381-1C5E-BF24-03BAE6316E3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7866" y="6541386"/>
            <a:ext cx="1207205" cy="316614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28" name="Picture 4">
            <a:extLst>
              <a:ext uri="{FF2B5EF4-FFF2-40B4-BE49-F238E27FC236}">
                <a16:creationId xmlns:a16="http://schemas.microsoft.com/office/drawing/2014/main" id="{C0C99000-C592-76E1-DC6D-88D535DEC6C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r="71813" b="7687"/>
          <a:stretch>
            <a:fillRect/>
          </a:stretch>
        </p:blipFill>
        <p:spPr>
          <a:xfrm>
            <a:off x="56853" y="6602397"/>
            <a:ext cx="1240481" cy="242580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4256651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5">
          <p15:clr>
            <a:srgbClr val="FBAE40"/>
          </p15:clr>
        </p15:guide>
        <p15:guide id="2" pos="5564">
          <p15:clr>
            <a:srgbClr val="FBAE40"/>
          </p15:clr>
        </p15:guide>
        <p15:guide id="3" orient="horz" pos="391">
          <p15:clr>
            <a:srgbClr val="FBAE40"/>
          </p15:clr>
        </p15:guide>
        <p15:guide id="4" orient="horz" pos="411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9A2BC8-4F81-4262-810F-27A2100729AC}" type="datetimeFigureOut">
              <a:rPr lang="ko-KR" altLang="en-US" smtClean="0"/>
              <a:t>2024-11-15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863314-CFED-4C57-99EA-F914A41AD416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슬라이드 번호 개체 틀 4">
            <a:extLst>
              <a:ext uri="{FF2B5EF4-FFF2-40B4-BE49-F238E27FC236}">
                <a16:creationId xmlns:a16="http://schemas.microsoft.com/office/drawing/2014/main" id="{15FB2C01-D6B8-6C56-1B38-5D0B862F56EC}"/>
              </a:ext>
            </a:extLst>
          </p:cNvPr>
          <p:cNvSpPr txBox="1">
            <a:spLocks/>
          </p:cNvSpPr>
          <p:nvPr userDrawn="1"/>
        </p:nvSpPr>
        <p:spPr>
          <a:xfrm>
            <a:off x="5880000" y="6669376"/>
            <a:ext cx="432000" cy="144000"/>
          </a:xfrm>
          <a:prstGeom prst="rect">
            <a:avLst/>
          </a:prstGeom>
        </p:spPr>
        <p:txBody>
          <a:bodyPr lIns="0" tIns="0" rIns="0" bIns="0"/>
          <a:lstStyle>
            <a:defPPr>
              <a:defRPr lang="ko-KR"/>
            </a:defPPr>
            <a:lvl1pPr marL="0" algn="ctr" defTabSz="914400" rtl="0" eaLnBrk="1" latinLnBrk="1" hangingPunct="1">
              <a:defRPr sz="900" kern="1200">
                <a:solidFill>
                  <a:srgbClr val="AAAAAA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4DDC248-BFE3-4912-9AF4-AAF533DF914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31563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3" r:id="rId3"/>
    <p:sldLayoutId id="2147483663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005137" y="3069000"/>
            <a:ext cx="6472445" cy="360000"/>
          </a:xfrm>
        </p:spPr>
        <p:txBody>
          <a:bodyPr/>
          <a:lstStyle/>
          <a:p>
            <a:r>
              <a:rPr lang="en-US" altLang="ko-KR"/>
              <a:t>FRONT </a:t>
            </a:r>
            <a:r>
              <a:rPr lang="ko-KR" altLang="en-US"/>
              <a:t>교육</a:t>
            </a:r>
            <a:r>
              <a:rPr lang="en-US" altLang="ko-KR"/>
              <a:t>.</a:t>
            </a:r>
            <a:r>
              <a:rPr lang="ko-KR" altLang="en-US"/>
              <a:t>화면경로</a:t>
            </a:r>
            <a:endParaRPr lang="ko-KR" altLang="en-US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5294521"/>
              </p:ext>
            </p:extLst>
          </p:nvPr>
        </p:nvGraphicFramePr>
        <p:xfrm>
          <a:off x="9326880" y="4880008"/>
          <a:ext cx="2150702" cy="7296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9503">
                  <a:extLst>
                    <a:ext uri="{9D8B030D-6E8A-4147-A177-3AD203B41FA5}">
                      <a16:colId xmlns:a16="http://schemas.microsoft.com/office/drawing/2014/main" val="2655737956"/>
                    </a:ext>
                  </a:extLst>
                </a:gridCol>
                <a:gridCol w="1261199">
                  <a:extLst>
                    <a:ext uri="{9D8B030D-6E8A-4147-A177-3AD203B41FA5}">
                      <a16:colId xmlns:a16="http://schemas.microsoft.com/office/drawing/2014/main" val="2411410057"/>
                    </a:ext>
                  </a:extLst>
                </a:gridCol>
              </a:tblGrid>
              <a:tr h="3648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작성일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2024.11.15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7581289"/>
                  </a:ext>
                </a:extLst>
              </a:tr>
              <a:tr h="3648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버전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1.1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8212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3783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CACFE9-6EF7-4BB0-2C92-E96304E1A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x-none" dirty="0"/>
              <a:t>Document History</a:t>
            </a:r>
            <a:endParaRPr kumimoji="1" lang="x-none" altLang="en-US" dirty="0"/>
          </a:p>
        </p:txBody>
      </p:sp>
      <p:graphicFrame>
        <p:nvGraphicFramePr>
          <p:cNvPr id="3" name="표 4">
            <a:extLst>
              <a:ext uri="{FF2B5EF4-FFF2-40B4-BE49-F238E27FC236}">
                <a16:creationId xmlns:a16="http://schemas.microsoft.com/office/drawing/2014/main" id="{67E3646F-671D-06DC-1AFE-805678306D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5345500"/>
              </p:ext>
            </p:extLst>
          </p:nvPr>
        </p:nvGraphicFramePr>
        <p:xfrm>
          <a:off x="334963" y="2062829"/>
          <a:ext cx="11520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5968">
                  <a:extLst>
                    <a:ext uri="{9D8B030D-6E8A-4147-A177-3AD203B41FA5}">
                      <a16:colId xmlns:a16="http://schemas.microsoft.com/office/drawing/2014/main" val="3780622084"/>
                    </a:ext>
                  </a:extLst>
                </a:gridCol>
                <a:gridCol w="1876926">
                  <a:extLst>
                    <a:ext uri="{9D8B030D-6E8A-4147-A177-3AD203B41FA5}">
                      <a16:colId xmlns:a16="http://schemas.microsoft.com/office/drawing/2014/main" val="1830300923"/>
                    </a:ext>
                  </a:extLst>
                </a:gridCol>
                <a:gridCol w="3627106">
                  <a:extLst>
                    <a:ext uri="{9D8B030D-6E8A-4147-A177-3AD203B41FA5}">
                      <a16:colId xmlns:a16="http://schemas.microsoft.com/office/drawing/2014/main" val="406663366"/>
                    </a:ext>
                  </a:extLst>
                </a:gridCol>
                <a:gridCol w="1820793">
                  <a:extLst>
                    <a:ext uri="{9D8B030D-6E8A-4147-A177-3AD203B41FA5}">
                      <a16:colId xmlns:a16="http://schemas.microsoft.com/office/drawing/2014/main" val="1634764875"/>
                    </a:ext>
                  </a:extLst>
                </a:gridCol>
                <a:gridCol w="2499207">
                  <a:extLst>
                    <a:ext uri="{9D8B030D-6E8A-4147-A177-3AD203B41FA5}">
                      <a16:colId xmlns:a16="http://schemas.microsoft.com/office/drawing/2014/main" val="3347374014"/>
                    </a:ext>
                  </a:extLst>
                </a:gridCol>
              </a:tblGrid>
              <a:tr h="288000">
                <a:tc gridSpan="5">
                  <a:txBody>
                    <a:bodyPr/>
                    <a:lstStyle/>
                    <a:p>
                      <a:pPr algn="ctr"/>
                      <a:r>
                        <a:rPr lang="ko-KR" altLang="en-US" sz="1000" b="0" i="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개정이력</a:t>
                      </a:r>
                      <a:endParaRPr lang="x-none" altLang="en-US" sz="1000" b="0" i="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x-none" altLang="en-US" sz="1000" b="0" i="0" dirty="0">
                        <a:solidFill>
                          <a:schemeClr val="bg1"/>
                        </a:solidFill>
                        <a:latin typeface="Pretendard SemiBold" panose="02000703000000020004" pitchFamily="2" charset="-127"/>
                        <a:ea typeface="Pretendard SemiBold" panose="02000703000000020004" pitchFamily="2" charset="-127"/>
                        <a:cs typeface="Pretendard SemiBold" panose="02000703000000020004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x-none" altLang="en-US" sz="1000" b="0" i="0" dirty="0">
                        <a:solidFill>
                          <a:schemeClr val="bg1"/>
                        </a:solidFill>
                        <a:latin typeface="Pretendard SemiBold" panose="02000703000000020004" pitchFamily="2" charset="-127"/>
                        <a:ea typeface="Pretendard SemiBold" panose="02000703000000020004" pitchFamily="2" charset="-127"/>
                        <a:cs typeface="Pretendard SemiBold" panose="02000703000000020004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x-none" altLang="en-US" sz="1000" b="0" i="0" dirty="0">
                        <a:solidFill>
                          <a:schemeClr val="bg1"/>
                        </a:solidFill>
                        <a:latin typeface="Pretendard SemiBold" panose="02000703000000020004" pitchFamily="2" charset="-127"/>
                        <a:ea typeface="Pretendard SemiBold" panose="02000703000000020004" pitchFamily="2" charset="-127"/>
                        <a:cs typeface="Pretendard SemiBold" panose="02000703000000020004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x-none" altLang="en-US" sz="1000" b="0" i="0" dirty="0">
                        <a:solidFill>
                          <a:schemeClr val="bg1"/>
                        </a:solidFill>
                        <a:latin typeface="Pretendard SemiBold" panose="02000703000000020004" pitchFamily="2" charset="-127"/>
                        <a:ea typeface="Pretendard SemiBold" panose="02000703000000020004" pitchFamily="2" charset="-127"/>
                        <a:cs typeface="Pretendard SemiBold" panose="02000703000000020004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940955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000" b="0" i="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Date</a:t>
                      </a:r>
                      <a:endParaRPr lang="x-none" altLang="en-US" sz="1000" b="0" i="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000" b="0" i="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Version</a:t>
                      </a:r>
                      <a:endParaRPr lang="x-none" altLang="en-US" sz="1000" b="0" i="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en-US" sz="1000" b="0" i="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Description</a:t>
                      </a:r>
                      <a:endParaRPr lang="x-none" altLang="en-US" sz="1000" b="0" i="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x-none" sz="1000" b="0" i="0" dirty="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Author</a:t>
                      </a:r>
                      <a:endParaRPr lang="x-none" altLang="en-US" sz="1000" b="0" i="0" dirty="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175456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000" b="0" i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2024-11-15</a:t>
                      </a:r>
                      <a:endParaRPr lang="x-none" altLang="en-US" sz="1000" b="0" i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000" b="0" i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1.0</a:t>
                      </a:r>
                      <a:endParaRPr lang="x-none" altLang="en-US" sz="1000" b="0" i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x-none" altLang="en-US" sz="1000" b="0" i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최초작성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x-none" altLang="en-US" sz="1000" b="0" i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i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이민아</a:t>
                      </a:r>
                      <a:endParaRPr lang="x-none" altLang="en-US" sz="1000" b="0" i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3652454"/>
                  </a:ext>
                </a:extLst>
              </a:tr>
            </a:tbl>
          </a:graphicData>
        </a:graphic>
      </p:graphicFrame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4FF9176D-25B1-A375-FFE2-724905E1BB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9962954"/>
              </p:ext>
            </p:extLst>
          </p:nvPr>
        </p:nvGraphicFramePr>
        <p:xfrm>
          <a:off x="334963" y="765175"/>
          <a:ext cx="11520000" cy="115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5762">
                  <a:extLst>
                    <a:ext uri="{9D8B030D-6E8A-4147-A177-3AD203B41FA5}">
                      <a16:colId xmlns:a16="http://schemas.microsoft.com/office/drawing/2014/main" val="3780622084"/>
                    </a:ext>
                  </a:extLst>
                </a:gridCol>
                <a:gridCol w="1914525">
                  <a:extLst>
                    <a:ext uri="{9D8B030D-6E8A-4147-A177-3AD203B41FA5}">
                      <a16:colId xmlns:a16="http://schemas.microsoft.com/office/drawing/2014/main" val="1830300923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406663366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1634764875"/>
                    </a:ext>
                  </a:extLst>
                </a:gridCol>
                <a:gridCol w="2482363">
                  <a:extLst>
                    <a:ext uri="{9D8B030D-6E8A-4147-A177-3AD203B41FA5}">
                      <a16:colId xmlns:a16="http://schemas.microsoft.com/office/drawing/2014/main" val="3347374014"/>
                    </a:ext>
                  </a:extLst>
                </a:gridCol>
              </a:tblGrid>
              <a:tr h="288000">
                <a:tc gridSpan="5">
                  <a:txBody>
                    <a:bodyPr/>
                    <a:lstStyle/>
                    <a:p>
                      <a:pPr algn="ctr"/>
                      <a:r>
                        <a:rPr lang="ko-KR" altLang="en-US" sz="1000" b="0" i="0" dirty="0">
                          <a:solidFill>
                            <a:schemeClr val="bg1"/>
                          </a:solidFill>
                          <a:latin typeface="Pretendard SemiBold" panose="02000703000000020004" pitchFamily="2" charset="-127"/>
                          <a:ea typeface="Pretendard SemiBold" panose="02000703000000020004" pitchFamily="2" charset="-127"/>
                          <a:cs typeface="Pretendard SemiBold" panose="02000703000000020004" pitchFamily="2" charset="-127"/>
                        </a:rPr>
                        <a:t>승인내역</a:t>
                      </a:r>
                      <a:endParaRPr lang="x-none" altLang="en-US" sz="1000" b="0" i="0" dirty="0">
                        <a:solidFill>
                          <a:schemeClr val="bg1"/>
                        </a:solidFill>
                        <a:latin typeface="Pretendard SemiBold" panose="02000703000000020004" pitchFamily="2" charset="-127"/>
                        <a:ea typeface="Pretendard SemiBold" panose="02000703000000020004" pitchFamily="2" charset="-127"/>
                        <a:cs typeface="Pretendard SemiBold" panose="02000703000000020004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x-none" altLang="en-US" sz="1000" b="0" i="0" dirty="0">
                        <a:solidFill>
                          <a:schemeClr val="bg1"/>
                        </a:solidFill>
                        <a:latin typeface="Pretendard SemiBold" panose="02000703000000020004" pitchFamily="2" charset="-127"/>
                        <a:ea typeface="Pretendard SemiBold" panose="02000703000000020004" pitchFamily="2" charset="-127"/>
                        <a:cs typeface="Pretendard SemiBold" panose="02000703000000020004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x-none" altLang="en-US" sz="1000" b="0" i="0" dirty="0">
                        <a:solidFill>
                          <a:schemeClr val="bg1"/>
                        </a:solidFill>
                        <a:latin typeface="Pretendard SemiBold" panose="02000703000000020004" pitchFamily="2" charset="-127"/>
                        <a:ea typeface="Pretendard SemiBold" panose="02000703000000020004" pitchFamily="2" charset="-127"/>
                        <a:cs typeface="Pretendard SemiBold" panose="02000703000000020004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x-none" altLang="en-US" sz="1000" b="0" i="0" dirty="0">
                        <a:solidFill>
                          <a:schemeClr val="bg1"/>
                        </a:solidFill>
                        <a:latin typeface="Pretendard SemiBold" panose="02000703000000020004" pitchFamily="2" charset="-127"/>
                        <a:ea typeface="Pretendard SemiBold" panose="02000703000000020004" pitchFamily="2" charset="-127"/>
                        <a:cs typeface="Pretendard SemiBold" panose="02000703000000020004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x-none" altLang="en-US" sz="1000" b="0" i="0" dirty="0">
                        <a:solidFill>
                          <a:schemeClr val="bg1"/>
                        </a:solidFill>
                        <a:latin typeface="Pretendard SemiBold" panose="02000703000000020004" pitchFamily="2" charset="-127"/>
                        <a:ea typeface="Pretendard SemiBold" panose="02000703000000020004" pitchFamily="2" charset="-127"/>
                        <a:cs typeface="Pretendard SemiBold" panose="02000703000000020004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729205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i="0" dirty="0">
                          <a:solidFill>
                            <a:schemeClr val="bg1"/>
                          </a:solidFill>
                          <a:latin typeface="Pretendard SemiBold" panose="02000703000000020004" pitchFamily="2" charset="-127"/>
                          <a:ea typeface="Pretendard SemiBold" panose="02000703000000020004" pitchFamily="2" charset="-127"/>
                          <a:cs typeface="Pretendard SemiBold" panose="02000703000000020004" pitchFamily="2" charset="-127"/>
                        </a:rPr>
                        <a:t>구분</a:t>
                      </a:r>
                      <a:endParaRPr lang="x-none" altLang="en-US" sz="1000" b="0" i="0" dirty="0">
                        <a:solidFill>
                          <a:schemeClr val="bg1"/>
                        </a:solidFill>
                        <a:latin typeface="Pretendard SemiBold" panose="02000703000000020004" pitchFamily="2" charset="-127"/>
                        <a:ea typeface="Pretendard SemiBold" panose="02000703000000020004" pitchFamily="2" charset="-127"/>
                        <a:cs typeface="Pretendard SemiBold" panose="02000703000000020004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i="0" dirty="0">
                          <a:solidFill>
                            <a:schemeClr val="bg1"/>
                          </a:solidFill>
                          <a:latin typeface="Pretendard SemiBold" panose="02000703000000020004" pitchFamily="2" charset="-127"/>
                          <a:ea typeface="Pretendard SemiBold" panose="02000703000000020004" pitchFamily="2" charset="-127"/>
                          <a:cs typeface="Pretendard SemiBold" panose="02000703000000020004" pitchFamily="2" charset="-127"/>
                        </a:rPr>
                        <a:t>성명</a:t>
                      </a:r>
                      <a:endParaRPr lang="x-none" altLang="en-US" sz="1000" b="0" i="0" dirty="0">
                        <a:solidFill>
                          <a:schemeClr val="bg1"/>
                        </a:solidFill>
                        <a:latin typeface="Pretendard SemiBold" panose="02000703000000020004" pitchFamily="2" charset="-127"/>
                        <a:ea typeface="Pretendard SemiBold" panose="02000703000000020004" pitchFamily="2" charset="-127"/>
                        <a:cs typeface="Pretendard SemiBold" panose="02000703000000020004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i="0" dirty="0">
                          <a:solidFill>
                            <a:schemeClr val="bg1"/>
                          </a:solidFill>
                          <a:latin typeface="Pretendard SemiBold" panose="02000703000000020004" pitchFamily="2" charset="-127"/>
                          <a:ea typeface="Pretendard SemiBold" panose="02000703000000020004" pitchFamily="2" charset="-127"/>
                          <a:cs typeface="Pretendard SemiBold" panose="02000703000000020004" pitchFamily="2" charset="-127"/>
                        </a:rPr>
                        <a:t>직책</a:t>
                      </a:r>
                      <a:endParaRPr lang="x-none" altLang="en-US" sz="1000" b="0" i="0" dirty="0">
                        <a:solidFill>
                          <a:schemeClr val="bg1"/>
                        </a:solidFill>
                        <a:latin typeface="Pretendard SemiBold" panose="02000703000000020004" pitchFamily="2" charset="-127"/>
                        <a:ea typeface="Pretendard SemiBold" panose="02000703000000020004" pitchFamily="2" charset="-127"/>
                        <a:cs typeface="Pretendard SemiBold" panose="02000703000000020004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i="0" dirty="0">
                          <a:solidFill>
                            <a:schemeClr val="bg1"/>
                          </a:solidFill>
                          <a:latin typeface="Pretendard SemiBold" panose="02000703000000020004" pitchFamily="2" charset="-127"/>
                          <a:ea typeface="Pretendard SemiBold" panose="02000703000000020004" pitchFamily="2" charset="-127"/>
                          <a:cs typeface="Pretendard SemiBold" panose="02000703000000020004" pitchFamily="2" charset="-127"/>
                        </a:rPr>
                        <a:t>일자</a:t>
                      </a:r>
                      <a:endParaRPr lang="x-none" altLang="en-US" sz="1000" b="0" i="0" dirty="0">
                        <a:solidFill>
                          <a:schemeClr val="bg1"/>
                        </a:solidFill>
                        <a:latin typeface="Pretendard SemiBold" panose="02000703000000020004" pitchFamily="2" charset="-127"/>
                        <a:ea typeface="Pretendard SemiBold" panose="02000703000000020004" pitchFamily="2" charset="-127"/>
                        <a:cs typeface="Pretendard SemiBold" panose="02000703000000020004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i="0" dirty="0">
                          <a:solidFill>
                            <a:schemeClr val="bg1"/>
                          </a:solidFill>
                          <a:latin typeface="Pretendard SemiBold" panose="02000703000000020004" pitchFamily="2" charset="-127"/>
                          <a:ea typeface="Pretendard SemiBold" panose="02000703000000020004" pitchFamily="2" charset="-127"/>
                          <a:cs typeface="Pretendard SemiBold" panose="02000703000000020004" pitchFamily="2" charset="-127"/>
                        </a:rPr>
                        <a:t>서명</a:t>
                      </a:r>
                      <a:endParaRPr lang="x-none" altLang="en-US" sz="1000" b="0" i="0" dirty="0">
                        <a:solidFill>
                          <a:schemeClr val="bg1"/>
                        </a:solidFill>
                        <a:latin typeface="Pretendard SemiBold" panose="02000703000000020004" pitchFamily="2" charset="-127"/>
                        <a:ea typeface="Pretendard SemiBold" panose="02000703000000020004" pitchFamily="2" charset="-127"/>
                        <a:cs typeface="Pretendard SemiBold" panose="02000703000000020004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175456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i="0" dirty="0">
                          <a:solidFill>
                            <a:schemeClr val="tx1"/>
                          </a:solidFill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작성</a:t>
                      </a:r>
                      <a:endParaRPr lang="x-none" altLang="en-US" sz="1000" b="0" i="0" dirty="0">
                        <a:solidFill>
                          <a:schemeClr val="tx1"/>
                        </a:solidFill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i="0">
                          <a:solidFill>
                            <a:schemeClr val="tx1"/>
                          </a:solidFill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이민아</a:t>
                      </a:r>
                      <a:endParaRPr lang="x-none" altLang="en-US" sz="1000" b="0" i="0" dirty="0">
                        <a:solidFill>
                          <a:schemeClr val="tx1"/>
                        </a:solidFill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i="0">
                          <a:solidFill>
                            <a:schemeClr val="tx1"/>
                          </a:solidFill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디자인</a:t>
                      </a:r>
                      <a:endParaRPr lang="x-none" altLang="en-US" sz="1000" b="0" i="0" dirty="0">
                        <a:solidFill>
                          <a:schemeClr val="tx1"/>
                        </a:solidFill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000" b="0" i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2024-11-15</a:t>
                      </a:r>
                      <a:endParaRPr lang="x-none" altLang="en-US" sz="1000" b="0" i="0" dirty="0">
                        <a:solidFill>
                          <a:schemeClr val="tx1"/>
                        </a:solidFill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x-none" altLang="en-US" sz="1000" b="0" i="0" dirty="0">
                        <a:solidFill>
                          <a:schemeClr val="tx1"/>
                        </a:solidFill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365245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i="0" dirty="0">
                          <a:solidFill>
                            <a:schemeClr val="tx1"/>
                          </a:solidFill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승인</a:t>
                      </a:r>
                      <a:endParaRPr lang="x-none" altLang="en-US" sz="1000" b="0" i="0" dirty="0">
                        <a:solidFill>
                          <a:schemeClr val="tx1"/>
                        </a:solidFill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i="0" dirty="0">
                          <a:solidFill>
                            <a:schemeClr val="tx1"/>
                          </a:solidFill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박형곤</a:t>
                      </a:r>
                      <a:endParaRPr lang="x-none" altLang="en-US" sz="1000" b="0" i="0" dirty="0">
                        <a:solidFill>
                          <a:schemeClr val="tx1"/>
                        </a:solidFill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000" b="0" i="0" dirty="0">
                          <a:solidFill>
                            <a:schemeClr val="tx1"/>
                          </a:solidFill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PM</a:t>
                      </a:r>
                      <a:endParaRPr lang="x-none" altLang="en-US" sz="1000" b="0" i="0" dirty="0">
                        <a:solidFill>
                          <a:schemeClr val="tx1"/>
                        </a:solidFill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000" b="0" i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2024-10-06</a:t>
                      </a:r>
                      <a:endParaRPr lang="x-none" altLang="en-US" sz="1000" b="0" i="0" dirty="0">
                        <a:solidFill>
                          <a:schemeClr val="tx1"/>
                        </a:solidFill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x-none" altLang="en-US" sz="1000" b="0" i="0" dirty="0">
                        <a:solidFill>
                          <a:schemeClr val="tx1"/>
                        </a:solidFill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18100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0541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FEB6F0-F8B3-9D19-B8EE-06D40E12D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x-none" dirty="0"/>
              <a:t>1</a:t>
            </a:r>
            <a:r>
              <a:rPr kumimoji="1" lang="en-US" altLang="x-none"/>
              <a:t>. </a:t>
            </a:r>
            <a:r>
              <a:rPr kumimoji="1" lang="ko-KR" altLang="en-US"/>
              <a:t>과정 목록</a:t>
            </a:r>
            <a:endParaRPr kumimoji="1" lang="x-none" altLang="en-US" dirty="0"/>
          </a:p>
        </p:txBody>
      </p:sp>
    </p:spTree>
    <p:extLst>
      <p:ext uri="{BB962C8B-B14F-4D97-AF65-F5344CB8AC3E}">
        <p14:creationId xmlns:p14="http://schemas.microsoft.com/office/powerpoint/2010/main" val="42213628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25550EE-C8C7-6DA9-600D-D6B4FB345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과정목록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652EF1-3EE6-0ECB-4EA1-631B576122BB}"/>
              </a:ext>
            </a:extLst>
          </p:cNvPr>
          <p:cNvSpPr txBox="1"/>
          <p:nvPr/>
        </p:nvSpPr>
        <p:spPr>
          <a:xfrm>
            <a:off x="359585" y="759892"/>
            <a:ext cx="42957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200" b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r>
              <a:rPr kumimoji="1" lang="en-US" altLang="ko-KR" sz="1100" dirty="0">
                <a:solidFill>
                  <a:srgbClr val="FF6E26"/>
                </a:solidFill>
              </a:rPr>
              <a:t>| </a:t>
            </a:r>
            <a:r>
              <a:rPr kumimoji="1" lang="ko-KR" altLang="en-US" sz="1100" dirty="0">
                <a:solidFill>
                  <a:srgbClr val="FF6E26"/>
                </a:solidFill>
              </a:rPr>
              <a:t>과정 상세보기 연결</a:t>
            </a:r>
            <a:endParaRPr kumimoji="1" lang="en-US" altLang="ko-KR" sz="1100" dirty="0">
              <a:solidFill>
                <a:srgbClr val="FF6E26"/>
              </a:solidFill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C7A97D4-7868-EFE8-DEA8-5874D695DF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171" y="2132735"/>
            <a:ext cx="7636273" cy="2976418"/>
          </a:xfrm>
          <a:prstGeom prst="rect">
            <a:avLst/>
          </a:prstGeom>
        </p:spPr>
      </p:pic>
      <p:sp>
        <p:nvSpPr>
          <p:cNvPr id="9" name="Button">
            <a:extLst>
              <a:ext uri="{FF2B5EF4-FFF2-40B4-BE49-F238E27FC236}">
                <a16:creationId xmlns:a16="http://schemas.microsoft.com/office/drawing/2014/main" id="{703F8B53-1A51-9671-9345-21A5C602C650}"/>
              </a:ext>
            </a:extLst>
          </p:cNvPr>
          <p:cNvSpPr/>
          <p:nvPr/>
        </p:nvSpPr>
        <p:spPr>
          <a:xfrm>
            <a:off x="2148206" y="2483978"/>
            <a:ext cx="290332" cy="193587"/>
          </a:xfrm>
          <a:prstGeom prst="roundRect">
            <a:avLst/>
          </a:prstGeom>
          <a:solidFill>
            <a:srgbClr val="FF0000"/>
          </a:solidFill>
          <a:ln w="3175">
            <a:solidFill>
              <a:srgbClr val="FF6E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45720" bIns="45720" rtlCol="0" anchor="ctr"/>
          <a:lstStyle>
            <a:defPPr>
              <a:defRPr lang="ko-KR"/>
            </a:defPPr>
            <a:lvl1pPr marL="0" algn="l" defTabSz="914377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en-US" sz="10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1</a:t>
            </a:r>
            <a:endParaRPr kumimoji="1" lang="x-none" altLang="en-US" sz="10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graphicFrame>
        <p:nvGraphicFramePr>
          <p:cNvPr id="55" name="표 54">
            <a:extLst>
              <a:ext uri="{FF2B5EF4-FFF2-40B4-BE49-F238E27FC236}">
                <a16:creationId xmlns:a16="http://schemas.microsoft.com/office/drawing/2014/main" id="{D71EDACA-A972-25FB-9B66-F370899622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7177928"/>
              </p:ext>
            </p:extLst>
          </p:nvPr>
        </p:nvGraphicFramePr>
        <p:xfrm>
          <a:off x="8975360" y="533400"/>
          <a:ext cx="3082946" cy="5989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4988">
                  <a:extLst>
                    <a:ext uri="{9D8B030D-6E8A-4147-A177-3AD203B41FA5}">
                      <a16:colId xmlns:a16="http://schemas.microsoft.com/office/drawing/2014/main" val="74772085"/>
                    </a:ext>
                  </a:extLst>
                </a:gridCol>
                <a:gridCol w="2557958">
                  <a:extLst>
                    <a:ext uri="{9D8B030D-6E8A-4147-A177-3AD203B41FA5}">
                      <a16:colId xmlns:a16="http://schemas.microsoft.com/office/drawing/2014/main" val="2572474025"/>
                    </a:ext>
                  </a:extLst>
                </a:gridCol>
              </a:tblGrid>
              <a:tr h="730472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과정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thumbnail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just" latinLnBrk="1">
                        <a:lnSpc>
                          <a:spcPct val="120000"/>
                        </a:lnSpc>
                      </a:pPr>
                      <a:endParaRPr lang="en-US" altLang="ko-KR" sz="900" b="0" baseline="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6699591"/>
                  </a:ext>
                </a:extLst>
              </a:tr>
              <a:tr h="94493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dirty="0" err="1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진행중인과정</a:t>
                      </a:r>
                      <a:r>
                        <a:rPr kumimoji="1" lang="ko-KR" altLang="en-US" sz="8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kumimoji="1" lang="en-US" altLang="ko-KR" sz="8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&gt; </a:t>
                      </a:r>
                      <a:r>
                        <a:rPr kumimoji="1" lang="ko-KR" altLang="en-US" sz="8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첫번째 슬라이더 </a:t>
                      </a:r>
                      <a:r>
                        <a:rPr kumimoji="1" lang="ko-KR" altLang="en-US" sz="800" dirty="0" err="1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클릭시</a:t>
                      </a:r>
                      <a:r>
                        <a:rPr kumimoji="1" lang="ko-KR" altLang="en-US" sz="8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상세보기 페이지 이동</a:t>
                      </a:r>
                      <a:endParaRPr kumimoji="1" lang="en-US" altLang="ko-KR" sz="80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lvl="0" indent="-171450" algn="just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/html/new/</a:t>
                      </a:r>
                      <a:r>
                        <a:rPr lang="en-US" altLang="ko-KR" sz="800" b="0" i="0" kern="1200" dirty="0" err="1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edu</a:t>
                      </a:r>
                      <a:r>
                        <a:rPr lang="en-US" altLang="ko-KR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/online_list.html(</a:t>
                      </a:r>
                      <a:r>
                        <a:rPr lang="ko-KR" altLang="en-US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온라인 과정 목록</a:t>
                      </a:r>
                      <a:r>
                        <a:rPr lang="en-US" altLang="ko-KR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endParaRPr kumimoji="1" lang="en-US" altLang="ko-KR" sz="800" baseline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2133637"/>
                  </a:ext>
                </a:extLst>
              </a:tr>
              <a:tr h="121202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1-2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aseline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온라인 과정 목록 </a:t>
                      </a:r>
                      <a:r>
                        <a:rPr kumimoji="1" lang="en-US" altLang="ko-KR" sz="800" baseline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&gt; </a:t>
                      </a:r>
                      <a:r>
                        <a:rPr kumimoji="1" lang="ko-KR" altLang="en-US" sz="800" baseline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첫번째 슬라이더 </a:t>
                      </a:r>
                      <a:r>
                        <a:rPr kumimoji="1" lang="ko-KR" altLang="en-US" sz="800" baseline="0" dirty="0" err="1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클릭시</a:t>
                      </a:r>
                      <a:r>
                        <a:rPr kumimoji="1" lang="ko-KR" altLang="en-US" sz="800" baseline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endParaRPr kumimoji="1" lang="en-US" altLang="ko-KR" sz="800" baseline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aseline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온라인 과정 수강신청 팝업이 있는 상세 페이지로 이동</a:t>
                      </a:r>
                      <a:endParaRPr kumimoji="1" lang="en-US" altLang="ko-KR" sz="80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lvl="0" indent="-171450" algn="just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/html/new/</a:t>
                      </a:r>
                      <a:r>
                        <a:rPr lang="en-US" altLang="ko-KR" sz="800" b="0" i="0" kern="1200" dirty="0" err="1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edu</a:t>
                      </a:r>
                      <a:r>
                        <a:rPr lang="en-US" altLang="ko-KR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/online_detail.html</a:t>
                      </a: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 (</a:t>
                      </a:r>
                      <a:r>
                        <a:rPr lang="ko-KR" altLang="en-US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온라인 과정 상세 페이지</a:t>
                      </a:r>
                      <a:r>
                        <a:rPr lang="en-US" altLang="ko-KR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endParaRPr kumimoji="1" lang="en-US" altLang="ko-KR" sz="800" baseline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6330487"/>
                  </a:ext>
                </a:extLst>
              </a:tr>
              <a:tr h="94493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20000"/>
                        </a:lnSpc>
                      </a:pPr>
                      <a:r>
                        <a:rPr kumimoji="1" lang="ko-KR" altLang="en-US" sz="800" baseline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온라인 과정 </a:t>
                      </a:r>
                      <a:r>
                        <a:rPr kumimoji="1" lang="en-US" altLang="ko-KR" sz="800" baseline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&gt; </a:t>
                      </a:r>
                      <a:r>
                        <a:rPr kumimoji="1" lang="ko-KR" altLang="en-US" sz="800" baseline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수강신청 팝업이 있는 상세페이지</a:t>
                      </a:r>
                      <a:endParaRPr kumimoji="1" lang="en-US" altLang="ko-KR" sz="800" baseline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lvl="0" indent="-171450" algn="just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/html/new/</a:t>
                      </a:r>
                      <a:r>
                        <a:rPr lang="en-US" altLang="ko-KR" sz="800" b="0" i="0" kern="1200" dirty="0" err="1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edu</a:t>
                      </a:r>
                      <a:r>
                        <a:rPr lang="en-US" altLang="ko-KR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/online_detail.html</a:t>
                      </a: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 (</a:t>
                      </a:r>
                      <a:r>
                        <a:rPr lang="ko-KR" altLang="en-US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온라인 과정 상세 페이지</a:t>
                      </a:r>
                      <a:r>
                        <a:rPr lang="en-US" altLang="ko-KR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endParaRPr kumimoji="1" lang="en-US" altLang="ko-KR" sz="800" baseline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5783758"/>
                  </a:ext>
                </a:extLst>
              </a:tr>
              <a:tr h="121202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1-3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20000"/>
                        </a:lnSpc>
                      </a:pPr>
                      <a:r>
                        <a:rPr kumimoji="1" lang="ko-KR" altLang="en-US" sz="800" baseline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온라인 과정 목록 </a:t>
                      </a:r>
                      <a:r>
                        <a:rPr kumimoji="1" lang="en-US" altLang="ko-KR" sz="800" baseline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&gt; </a:t>
                      </a:r>
                      <a:r>
                        <a:rPr kumimoji="1" lang="ko-KR" altLang="en-US" sz="800" baseline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두번째 슬라이더 </a:t>
                      </a:r>
                      <a:r>
                        <a:rPr kumimoji="1" lang="ko-KR" altLang="en-US" sz="800" baseline="0" dirty="0" err="1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클릭시</a:t>
                      </a:r>
                      <a:endParaRPr kumimoji="1" lang="en-US" altLang="ko-KR" sz="800" baseline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algn="just" latinLnBrk="1">
                        <a:lnSpc>
                          <a:spcPct val="120000"/>
                        </a:lnSpc>
                      </a:pPr>
                      <a:r>
                        <a:rPr kumimoji="1" lang="en-US" altLang="ko-KR" sz="800" baseline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kumimoji="1" lang="ko-KR" altLang="en-US" sz="800" baseline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별점등록 팝업이 있는 상세페이지</a:t>
                      </a:r>
                      <a:endParaRPr kumimoji="1" lang="en-US" altLang="ko-KR" sz="800" baseline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lvl="0" indent="-171450" algn="just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/html/new/</a:t>
                      </a:r>
                      <a:r>
                        <a:rPr lang="en-US" altLang="ko-KR" sz="800" b="0" i="0" kern="1200" dirty="0" err="1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edu</a:t>
                      </a:r>
                      <a:r>
                        <a:rPr lang="en-US" altLang="ko-KR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/online_detail_star.html</a:t>
                      </a:r>
                    </a:p>
                    <a:p>
                      <a:pPr marL="171450" marR="0" lvl="0" indent="-171450" algn="just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ko-KR" altLang="en-US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온라인 과정 상세 페이지</a:t>
                      </a:r>
                      <a:r>
                        <a:rPr lang="en-US" altLang="ko-KR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endParaRPr kumimoji="1" lang="en-US" altLang="ko-KR" sz="800" baseline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0394727"/>
                  </a:ext>
                </a:extLst>
              </a:tr>
              <a:tr h="94493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20000"/>
                        </a:lnSpc>
                      </a:pPr>
                      <a:r>
                        <a:rPr kumimoji="1" lang="ko-KR" altLang="en-US" sz="800" baseline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온라인 과정 </a:t>
                      </a:r>
                      <a:r>
                        <a:rPr kumimoji="1" lang="en-US" altLang="ko-KR" sz="800" baseline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&gt; </a:t>
                      </a:r>
                      <a:r>
                        <a:rPr kumimoji="1" lang="ko-KR" altLang="en-US" sz="800" baseline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별점등록 팝업이 있는 상세페이지</a:t>
                      </a:r>
                      <a:endParaRPr kumimoji="1" lang="en-US" altLang="ko-KR" sz="800" baseline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lvl="0" indent="-171450" algn="just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/html/new/</a:t>
                      </a:r>
                      <a:r>
                        <a:rPr lang="en-US" altLang="ko-KR" sz="800" b="0" i="0" kern="1200" dirty="0" err="1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edu</a:t>
                      </a:r>
                      <a:r>
                        <a:rPr lang="en-US" altLang="ko-KR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/online_detail_star.html</a:t>
                      </a: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 (</a:t>
                      </a:r>
                      <a:r>
                        <a:rPr lang="ko-KR" altLang="en-US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온라인 과정 상세 페이지</a:t>
                      </a:r>
                      <a:r>
                        <a:rPr lang="en-US" altLang="ko-KR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endParaRPr kumimoji="1" lang="en-US" altLang="ko-KR" sz="800" baseline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83432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3846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736D4-C81A-A833-B2F0-6F3C548AF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C12FC005-85C4-0DCA-A175-8B5D4E715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과정목록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561AA0-FE52-859D-9CAD-AE5EDDEBEC26}"/>
              </a:ext>
            </a:extLst>
          </p:cNvPr>
          <p:cNvSpPr txBox="1"/>
          <p:nvPr/>
        </p:nvSpPr>
        <p:spPr>
          <a:xfrm>
            <a:off x="359585" y="759892"/>
            <a:ext cx="42957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200" b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r>
              <a:rPr kumimoji="1" lang="en-US" altLang="ko-KR" sz="1100" dirty="0">
                <a:solidFill>
                  <a:srgbClr val="FF6E26"/>
                </a:solidFill>
              </a:rPr>
              <a:t>| </a:t>
            </a:r>
            <a:r>
              <a:rPr kumimoji="1" lang="ko-KR" altLang="en-US" sz="1100" dirty="0">
                <a:solidFill>
                  <a:srgbClr val="FF6E26"/>
                </a:solidFill>
              </a:rPr>
              <a:t>과정 상세보기 연결</a:t>
            </a:r>
            <a:endParaRPr kumimoji="1" lang="en-US" altLang="ko-KR" sz="1100" dirty="0">
              <a:solidFill>
                <a:srgbClr val="FF6E26"/>
              </a:solidFill>
            </a:endParaRPr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31320BDB-B53E-74BD-1A14-B4D80D9BFF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7091" y="1537005"/>
            <a:ext cx="7127292" cy="4238955"/>
          </a:xfrm>
          <a:prstGeom prst="rect">
            <a:avLst/>
          </a:prstGeom>
        </p:spPr>
      </p:pic>
      <p:sp>
        <p:nvSpPr>
          <p:cNvPr id="38" name="Button">
            <a:extLst>
              <a:ext uri="{FF2B5EF4-FFF2-40B4-BE49-F238E27FC236}">
                <a16:creationId xmlns:a16="http://schemas.microsoft.com/office/drawing/2014/main" id="{3F115B7F-33F0-664C-C5D8-B503EABD66F5}"/>
              </a:ext>
            </a:extLst>
          </p:cNvPr>
          <p:cNvSpPr/>
          <p:nvPr/>
        </p:nvSpPr>
        <p:spPr>
          <a:xfrm>
            <a:off x="2637338" y="3162986"/>
            <a:ext cx="290332" cy="193587"/>
          </a:xfrm>
          <a:prstGeom prst="roundRect">
            <a:avLst/>
          </a:prstGeom>
          <a:solidFill>
            <a:srgbClr val="FF0000"/>
          </a:solidFill>
          <a:ln w="3175">
            <a:solidFill>
              <a:srgbClr val="FF6E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45720" bIns="45720" rtlCol="0" anchor="ctr"/>
          <a:lstStyle>
            <a:defPPr>
              <a:defRPr lang="ko-KR"/>
            </a:defPPr>
            <a:lvl1pPr marL="0" algn="l" defTabSz="914377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en-US" sz="10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1-2</a:t>
            </a:r>
            <a:endParaRPr kumimoji="1" lang="x-none" altLang="en-US" sz="10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971DAF0E-38B7-1B60-F938-6C4265EAEC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0711688"/>
              </p:ext>
            </p:extLst>
          </p:nvPr>
        </p:nvGraphicFramePr>
        <p:xfrm>
          <a:off x="8975360" y="533400"/>
          <a:ext cx="3082946" cy="5989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4988">
                  <a:extLst>
                    <a:ext uri="{9D8B030D-6E8A-4147-A177-3AD203B41FA5}">
                      <a16:colId xmlns:a16="http://schemas.microsoft.com/office/drawing/2014/main" val="74772085"/>
                    </a:ext>
                  </a:extLst>
                </a:gridCol>
                <a:gridCol w="2557958">
                  <a:extLst>
                    <a:ext uri="{9D8B030D-6E8A-4147-A177-3AD203B41FA5}">
                      <a16:colId xmlns:a16="http://schemas.microsoft.com/office/drawing/2014/main" val="2572474025"/>
                    </a:ext>
                  </a:extLst>
                </a:gridCol>
              </a:tblGrid>
              <a:tr h="730472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과정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thumbnail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just" latinLnBrk="1">
                        <a:lnSpc>
                          <a:spcPct val="120000"/>
                        </a:lnSpc>
                      </a:pPr>
                      <a:endParaRPr lang="en-US" altLang="ko-KR" sz="900" b="0" baseline="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6699591"/>
                  </a:ext>
                </a:extLst>
              </a:tr>
              <a:tr h="94493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dirty="0" err="1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진행중인과정</a:t>
                      </a:r>
                      <a:r>
                        <a:rPr kumimoji="1" lang="ko-KR" altLang="en-US" sz="8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kumimoji="1" lang="en-US" altLang="ko-KR" sz="8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&gt; </a:t>
                      </a:r>
                      <a:r>
                        <a:rPr kumimoji="1" lang="ko-KR" altLang="en-US" sz="8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첫번째 슬라이더 </a:t>
                      </a:r>
                      <a:r>
                        <a:rPr kumimoji="1" lang="ko-KR" altLang="en-US" sz="800" dirty="0" err="1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클릭시</a:t>
                      </a:r>
                      <a:r>
                        <a:rPr kumimoji="1" lang="ko-KR" altLang="en-US" sz="8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상세보기 페이지 이동</a:t>
                      </a:r>
                      <a:endParaRPr kumimoji="1" lang="en-US" altLang="ko-KR" sz="80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lvl="0" indent="-171450" algn="just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/html/new/</a:t>
                      </a:r>
                      <a:r>
                        <a:rPr lang="en-US" altLang="ko-KR" sz="800" b="0" i="0" kern="1200" dirty="0" err="1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edu</a:t>
                      </a:r>
                      <a:r>
                        <a:rPr lang="en-US" altLang="ko-KR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/online_list.html(</a:t>
                      </a:r>
                      <a:r>
                        <a:rPr lang="ko-KR" altLang="en-US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온라인 과정 목록</a:t>
                      </a:r>
                      <a:r>
                        <a:rPr lang="en-US" altLang="ko-KR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endParaRPr kumimoji="1" lang="en-US" altLang="ko-KR" sz="800" baseline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2133637"/>
                  </a:ext>
                </a:extLst>
              </a:tr>
              <a:tr h="121202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1-2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aseline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온라인 과정 목록 </a:t>
                      </a:r>
                      <a:r>
                        <a:rPr kumimoji="1" lang="en-US" altLang="ko-KR" sz="800" baseline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&gt; </a:t>
                      </a:r>
                      <a:r>
                        <a:rPr kumimoji="1" lang="ko-KR" altLang="en-US" sz="800" baseline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첫번째 슬라이더 </a:t>
                      </a:r>
                      <a:r>
                        <a:rPr kumimoji="1" lang="ko-KR" altLang="en-US" sz="800" baseline="0" dirty="0" err="1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클릭시</a:t>
                      </a:r>
                      <a:r>
                        <a:rPr kumimoji="1" lang="ko-KR" altLang="en-US" sz="800" baseline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endParaRPr kumimoji="1" lang="en-US" altLang="ko-KR" sz="800" baseline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aseline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온라인 과정 수강신청 팝업이 있는 상세 페이지로 이동</a:t>
                      </a:r>
                      <a:endParaRPr kumimoji="1" lang="en-US" altLang="ko-KR" sz="80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lvl="0" indent="-171450" algn="just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/html/new/</a:t>
                      </a:r>
                      <a:r>
                        <a:rPr lang="en-US" altLang="ko-KR" sz="800" b="0" i="0" kern="1200" dirty="0" err="1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edu</a:t>
                      </a:r>
                      <a:r>
                        <a:rPr lang="en-US" altLang="ko-KR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/online_detail.html</a:t>
                      </a: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 (</a:t>
                      </a:r>
                      <a:r>
                        <a:rPr lang="ko-KR" altLang="en-US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온라인 과정 상세 페이지</a:t>
                      </a:r>
                      <a:r>
                        <a:rPr lang="en-US" altLang="ko-KR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endParaRPr kumimoji="1" lang="en-US" altLang="ko-KR" sz="800" baseline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6330487"/>
                  </a:ext>
                </a:extLst>
              </a:tr>
              <a:tr h="94493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20000"/>
                        </a:lnSpc>
                      </a:pPr>
                      <a:r>
                        <a:rPr kumimoji="1" lang="ko-KR" altLang="en-US" sz="800" baseline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온라인 과정 </a:t>
                      </a:r>
                      <a:r>
                        <a:rPr kumimoji="1" lang="en-US" altLang="ko-KR" sz="800" baseline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&gt; </a:t>
                      </a:r>
                      <a:r>
                        <a:rPr kumimoji="1" lang="ko-KR" altLang="en-US" sz="800" baseline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수강신청 팝업이 있는 상세페이지</a:t>
                      </a:r>
                      <a:endParaRPr kumimoji="1" lang="en-US" altLang="ko-KR" sz="800" baseline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lvl="0" indent="-171450" algn="just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/html/new/</a:t>
                      </a:r>
                      <a:r>
                        <a:rPr lang="en-US" altLang="ko-KR" sz="800" b="0" i="0" kern="1200" dirty="0" err="1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edu</a:t>
                      </a:r>
                      <a:r>
                        <a:rPr lang="en-US" altLang="ko-KR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/online_detail.html</a:t>
                      </a: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 (</a:t>
                      </a:r>
                      <a:r>
                        <a:rPr lang="ko-KR" altLang="en-US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온라인 과정 상세 페이지</a:t>
                      </a:r>
                      <a:r>
                        <a:rPr lang="en-US" altLang="ko-KR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endParaRPr kumimoji="1" lang="en-US" altLang="ko-KR" sz="800" baseline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5783758"/>
                  </a:ext>
                </a:extLst>
              </a:tr>
              <a:tr h="121202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1-3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20000"/>
                        </a:lnSpc>
                      </a:pPr>
                      <a:r>
                        <a:rPr kumimoji="1" lang="ko-KR" altLang="en-US" sz="800" baseline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온라인 과정 목록 </a:t>
                      </a:r>
                      <a:r>
                        <a:rPr kumimoji="1" lang="en-US" altLang="ko-KR" sz="800" baseline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&gt; </a:t>
                      </a:r>
                      <a:r>
                        <a:rPr kumimoji="1" lang="ko-KR" altLang="en-US" sz="800" baseline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두번째 슬라이더 </a:t>
                      </a:r>
                      <a:r>
                        <a:rPr kumimoji="1" lang="ko-KR" altLang="en-US" sz="800" baseline="0" dirty="0" err="1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클릭시</a:t>
                      </a:r>
                      <a:endParaRPr kumimoji="1" lang="en-US" altLang="ko-KR" sz="800" baseline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algn="just" latinLnBrk="1">
                        <a:lnSpc>
                          <a:spcPct val="120000"/>
                        </a:lnSpc>
                      </a:pPr>
                      <a:r>
                        <a:rPr kumimoji="1" lang="en-US" altLang="ko-KR" sz="800" baseline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kumimoji="1" lang="ko-KR" altLang="en-US" sz="800" baseline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별점등록 팝업이 있는 상세페이지</a:t>
                      </a:r>
                      <a:endParaRPr kumimoji="1" lang="en-US" altLang="ko-KR" sz="800" baseline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lvl="0" indent="-171450" algn="just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/html/new/</a:t>
                      </a:r>
                      <a:r>
                        <a:rPr lang="en-US" altLang="ko-KR" sz="800" b="0" i="0" kern="1200" dirty="0" err="1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edu</a:t>
                      </a:r>
                      <a:r>
                        <a:rPr lang="en-US" altLang="ko-KR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/online_detail_star.html</a:t>
                      </a:r>
                    </a:p>
                    <a:p>
                      <a:pPr marL="171450" marR="0" lvl="0" indent="-171450" algn="just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ko-KR" altLang="en-US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온라인 과정 상세 페이지</a:t>
                      </a:r>
                      <a:r>
                        <a:rPr lang="en-US" altLang="ko-KR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endParaRPr kumimoji="1" lang="en-US" altLang="ko-KR" sz="800" baseline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0394727"/>
                  </a:ext>
                </a:extLst>
              </a:tr>
              <a:tr h="94493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20000"/>
                        </a:lnSpc>
                      </a:pPr>
                      <a:r>
                        <a:rPr kumimoji="1" lang="ko-KR" altLang="en-US" sz="800" baseline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온라인 과정 </a:t>
                      </a:r>
                      <a:r>
                        <a:rPr kumimoji="1" lang="en-US" altLang="ko-KR" sz="800" baseline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&gt; </a:t>
                      </a:r>
                      <a:r>
                        <a:rPr kumimoji="1" lang="ko-KR" altLang="en-US" sz="800" baseline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별점등록 팝업이 있는 상세페이지</a:t>
                      </a:r>
                      <a:endParaRPr kumimoji="1" lang="en-US" altLang="ko-KR" sz="800" baseline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lvl="0" indent="-171450" algn="just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/html/new/</a:t>
                      </a:r>
                      <a:r>
                        <a:rPr lang="en-US" altLang="ko-KR" sz="800" b="0" i="0" kern="1200" dirty="0" err="1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edu</a:t>
                      </a:r>
                      <a:r>
                        <a:rPr lang="en-US" altLang="ko-KR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/online_detail_star.html</a:t>
                      </a: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 (</a:t>
                      </a:r>
                      <a:r>
                        <a:rPr lang="ko-KR" altLang="en-US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온라인 과정 상세 페이지</a:t>
                      </a:r>
                      <a:r>
                        <a:rPr lang="en-US" altLang="ko-KR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endParaRPr kumimoji="1" lang="en-US" altLang="ko-KR" sz="800" baseline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8343298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6D95E68E-A381-1F56-3407-C153C7464A20}"/>
              </a:ext>
            </a:extLst>
          </p:cNvPr>
          <p:cNvSpPr/>
          <p:nvPr/>
        </p:nvSpPr>
        <p:spPr>
          <a:xfrm>
            <a:off x="1287780" y="3371813"/>
            <a:ext cx="1744980" cy="14171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5A720B0-4837-326C-6E25-4372D4A17C94}"/>
              </a:ext>
            </a:extLst>
          </p:cNvPr>
          <p:cNvSpPr/>
          <p:nvPr/>
        </p:nvSpPr>
        <p:spPr>
          <a:xfrm>
            <a:off x="3032760" y="3371813"/>
            <a:ext cx="1744980" cy="14171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Button">
            <a:extLst>
              <a:ext uri="{FF2B5EF4-FFF2-40B4-BE49-F238E27FC236}">
                <a16:creationId xmlns:a16="http://schemas.microsoft.com/office/drawing/2014/main" id="{11381FE5-E6F4-00A0-9C8A-2753318927F5}"/>
              </a:ext>
            </a:extLst>
          </p:cNvPr>
          <p:cNvSpPr/>
          <p:nvPr/>
        </p:nvSpPr>
        <p:spPr>
          <a:xfrm>
            <a:off x="4487408" y="3162986"/>
            <a:ext cx="290332" cy="193586"/>
          </a:xfrm>
          <a:prstGeom prst="roundRect">
            <a:avLst/>
          </a:prstGeom>
          <a:solidFill>
            <a:srgbClr val="FF0000"/>
          </a:solidFill>
          <a:ln w="3175">
            <a:solidFill>
              <a:srgbClr val="FF6E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45720" bIns="45720" rtlCol="0" anchor="ctr"/>
          <a:lstStyle>
            <a:defPPr>
              <a:defRPr lang="ko-KR"/>
            </a:defPPr>
            <a:lvl1pPr marL="0" algn="l" defTabSz="914377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en-US" sz="10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1-3</a:t>
            </a:r>
            <a:endParaRPr kumimoji="1" lang="x-none" altLang="en-US" sz="10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327532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B1EE5-A9C7-78C5-0AA6-08A1754F9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D2B80B3-E051-4695-0C35-777E4A67C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과정목록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A899B1-76DA-408F-33DC-DF33966A2323}"/>
              </a:ext>
            </a:extLst>
          </p:cNvPr>
          <p:cNvSpPr txBox="1"/>
          <p:nvPr/>
        </p:nvSpPr>
        <p:spPr>
          <a:xfrm>
            <a:off x="359585" y="759892"/>
            <a:ext cx="42957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200" b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r>
              <a:rPr kumimoji="1" lang="en-US" altLang="ko-KR" sz="1100" dirty="0">
                <a:solidFill>
                  <a:srgbClr val="FF6E26"/>
                </a:solidFill>
              </a:rPr>
              <a:t>| </a:t>
            </a:r>
            <a:r>
              <a:rPr kumimoji="1" lang="ko-KR" altLang="en-US" sz="1100" dirty="0">
                <a:solidFill>
                  <a:srgbClr val="FF6E26"/>
                </a:solidFill>
              </a:rPr>
              <a:t>과정 상세보기 연결</a:t>
            </a:r>
            <a:endParaRPr kumimoji="1" lang="en-US" altLang="ko-KR" sz="1100" dirty="0">
              <a:solidFill>
                <a:srgbClr val="FF6E26"/>
              </a:solidFill>
            </a:endParaRPr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824403C4-FCC4-6C6A-56BC-861F62A79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706" y="1421932"/>
            <a:ext cx="5805307" cy="4387443"/>
          </a:xfrm>
          <a:prstGeom prst="rect">
            <a:avLst/>
          </a:prstGeom>
        </p:spPr>
      </p:pic>
      <p:sp>
        <p:nvSpPr>
          <p:cNvPr id="44" name="Button">
            <a:extLst>
              <a:ext uri="{FF2B5EF4-FFF2-40B4-BE49-F238E27FC236}">
                <a16:creationId xmlns:a16="http://schemas.microsoft.com/office/drawing/2014/main" id="{0CEB2A63-BD95-D352-EA9F-4C5F9CCCDBD7}"/>
              </a:ext>
            </a:extLst>
          </p:cNvPr>
          <p:cNvSpPr/>
          <p:nvPr/>
        </p:nvSpPr>
        <p:spPr>
          <a:xfrm>
            <a:off x="7202033" y="1040450"/>
            <a:ext cx="448447" cy="193587"/>
          </a:xfrm>
          <a:prstGeom prst="roundRect">
            <a:avLst/>
          </a:prstGeom>
          <a:solidFill>
            <a:srgbClr val="FF0000"/>
          </a:solidFill>
          <a:ln w="3175">
            <a:solidFill>
              <a:srgbClr val="FF6E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45720" bIns="45720" rtlCol="0" anchor="ctr"/>
          <a:lstStyle>
            <a:defPPr>
              <a:defRPr lang="ko-KR"/>
            </a:defPPr>
            <a:lvl1pPr marL="0" algn="l" defTabSz="914377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en-US" sz="10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2</a:t>
            </a:r>
            <a:endParaRPr kumimoji="1" lang="x-none" altLang="en-US" sz="10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23973B4E-58DF-3809-1092-34A76984197F}"/>
              </a:ext>
            </a:extLst>
          </p:cNvPr>
          <p:cNvSpPr/>
          <p:nvPr/>
        </p:nvSpPr>
        <p:spPr>
          <a:xfrm>
            <a:off x="1564176" y="1326002"/>
            <a:ext cx="6086304" cy="46556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59F32E78-9690-0438-9D49-A12991FD05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8541157"/>
              </p:ext>
            </p:extLst>
          </p:nvPr>
        </p:nvGraphicFramePr>
        <p:xfrm>
          <a:off x="8975360" y="533400"/>
          <a:ext cx="3082946" cy="5989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4988">
                  <a:extLst>
                    <a:ext uri="{9D8B030D-6E8A-4147-A177-3AD203B41FA5}">
                      <a16:colId xmlns:a16="http://schemas.microsoft.com/office/drawing/2014/main" val="74772085"/>
                    </a:ext>
                  </a:extLst>
                </a:gridCol>
                <a:gridCol w="2557958">
                  <a:extLst>
                    <a:ext uri="{9D8B030D-6E8A-4147-A177-3AD203B41FA5}">
                      <a16:colId xmlns:a16="http://schemas.microsoft.com/office/drawing/2014/main" val="2572474025"/>
                    </a:ext>
                  </a:extLst>
                </a:gridCol>
              </a:tblGrid>
              <a:tr h="730472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과정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thumbnail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just" latinLnBrk="1">
                        <a:lnSpc>
                          <a:spcPct val="120000"/>
                        </a:lnSpc>
                      </a:pPr>
                      <a:endParaRPr lang="en-US" altLang="ko-KR" sz="900" b="0" baseline="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6699591"/>
                  </a:ext>
                </a:extLst>
              </a:tr>
              <a:tr h="94493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dirty="0" err="1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진행중인과정</a:t>
                      </a:r>
                      <a:r>
                        <a:rPr kumimoji="1" lang="ko-KR" altLang="en-US" sz="8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kumimoji="1" lang="en-US" altLang="ko-KR" sz="8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&gt; </a:t>
                      </a:r>
                      <a:r>
                        <a:rPr kumimoji="1" lang="ko-KR" altLang="en-US" sz="8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첫번째 슬라이더 </a:t>
                      </a:r>
                      <a:r>
                        <a:rPr kumimoji="1" lang="ko-KR" altLang="en-US" sz="800" dirty="0" err="1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클릭시</a:t>
                      </a:r>
                      <a:r>
                        <a:rPr kumimoji="1" lang="ko-KR" altLang="en-US" sz="8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상세보기 페이지 이동</a:t>
                      </a:r>
                      <a:endParaRPr kumimoji="1" lang="en-US" altLang="ko-KR" sz="80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lvl="0" indent="-171450" algn="just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/html/new/</a:t>
                      </a:r>
                      <a:r>
                        <a:rPr lang="en-US" altLang="ko-KR" sz="800" b="0" i="0" kern="1200" dirty="0" err="1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edu</a:t>
                      </a:r>
                      <a:r>
                        <a:rPr lang="en-US" altLang="ko-KR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/online_list.html(</a:t>
                      </a:r>
                      <a:r>
                        <a:rPr lang="ko-KR" altLang="en-US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온라인 과정 목록</a:t>
                      </a:r>
                      <a:r>
                        <a:rPr lang="en-US" altLang="ko-KR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endParaRPr kumimoji="1" lang="en-US" altLang="ko-KR" sz="800" baseline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2133637"/>
                  </a:ext>
                </a:extLst>
              </a:tr>
              <a:tr h="121202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1-2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aseline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온라인 과정 목록 </a:t>
                      </a:r>
                      <a:r>
                        <a:rPr kumimoji="1" lang="en-US" altLang="ko-KR" sz="800" baseline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&gt; </a:t>
                      </a:r>
                      <a:r>
                        <a:rPr kumimoji="1" lang="ko-KR" altLang="en-US" sz="800" baseline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첫번째 슬라이더 </a:t>
                      </a:r>
                      <a:r>
                        <a:rPr kumimoji="1" lang="ko-KR" altLang="en-US" sz="800" baseline="0" dirty="0" err="1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클릭시</a:t>
                      </a:r>
                      <a:r>
                        <a:rPr kumimoji="1" lang="ko-KR" altLang="en-US" sz="800" baseline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endParaRPr kumimoji="1" lang="en-US" altLang="ko-KR" sz="800" baseline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aseline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온라인 과정 수강신청 팝업이 있는 상세 페이지로 이동</a:t>
                      </a:r>
                      <a:endParaRPr kumimoji="1" lang="en-US" altLang="ko-KR" sz="80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lvl="0" indent="-171450" algn="just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/html/new/</a:t>
                      </a:r>
                      <a:r>
                        <a:rPr lang="en-US" altLang="ko-KR" sz="800" b="0" i="0" kern="1200" dirty="0" err="1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edu</a:t>
                      </a:r>
                      <a:r>
                        <a:rPr lang="en-US" altLang="ko-KR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/online_detail.html</a:t>
                      </a: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 (</a:t>
                      </a:r>
                      <a:r>
                        <a:rPr lang="ko-KR" altLang="en-US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온라인 과정 상세 페이지</a:t>
                      </a:r>
                      <a:r>
                        <a:rPr lang="en-US" altLang="ko-KR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endParaRPr kumimoji="1" lang="en-US" altLang="ko-KR" sz="800" baseline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6330487"/>
                  </a:ext>
                </a:extLst>
              </a:tr>
              <a:tr h="94493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20000"/>
                        </a:lnSpc>
                      </a:pPr>
                      <a:r>
                        <a:rPr kumimoji="1" lang="ko-KR" altLang="en-US" sz="800" baseline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온라인 과정 </a:t>
                      </a:r>
                      <a:r>
                        <a:rPr kumimoji="1" lang="en-US" altLang="ko-KR" sz="800" baseline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&gt; </a:t>
                      </a:r>
                      <a:r>
                        <a:rPr kumimoji="1" lang="ko-KR" altLang="en-US" sz="800" baseline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수강신청 팝업이 있는 상세페이지</a:t>
                      </a:r>
                      <a:endParaRPr kumimoji="1" lang="en-US" altLang="ko-KR" sz="800" baseline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lvl="0" indent="-171450" algn="just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/html/new/</a:t>
                      </a:r>
                      <a:r>
                        <a:rPr lang="en-US" altLang="ko-KR" sz="800" b="0" i="0" kern="1200" dirty="0" err="1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edu</a:t>
                      </a:r>
                      <a:r>
                        <a:rPr lang="en-US" altLang="ko-KR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/online_detail.html</a:t>
                      </a: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 (</a:t>
                      </a:r>
                      <a:r>
                        <a:rPr lang="ko-KR" altLang="en-US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온라인 과정 상세 페이지</a:t>
                      </a:r>
                      <a:r>
                        <a:rPr lang="en-US" altLang="ko-KR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endParaRPr kumimoji="1" lang="en-US" altLang="ko-KR" sz="800" baseline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5783758"/>
                  </a:ext>
                </a:extLst>
              </a:tr>
              <a:tr h="121202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1-3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20000"/>
                        </a:lnSpc>
                      </a:pPr>
                      <a:r>
                        <a:rPr kumimoji="1" lang="ko-KR" altLang="en-US" sz="800" baseline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온라인 과정 목록 </a:t>
                      </a:r>
                      <a:r>
                        <a:rPr kumimoji="1" lang="en-US" altLang="ko-KR" sz="800" baseline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&gt; </a:t>
                      </a:r>
                      <a:r>
                        <a:rPr kumimoji="1" lang="ko-KR" altLang="en-US" sz="800" baseline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두번째 슬라이더 </a:t>
                      </a:r>
                      <a:r>
                        <a:rPr kumimoji="1" lang="ko-KR" altLang="en-US" sz="800" baseline="0" dirty="0" err="1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클릭시</a:t>
                      </a:r>
                      <a:endParaRPr kumimoji="1" lang="en-US" altLang="ko-KR" sz="800" baseline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algn="just" latinLnBrk="1">
                        <a:lnSpc>
                          <a:spcPct val="120000"/>
                        </a:lnSpc>
                      </a:pPr>
                      <a:r>
                        <a:rPr kumimoji="1" lang="en-US" altLang="ko-KR" sz="800" baseline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kumimoji="1" lang="ko-KR" altLang="en-US" sz="800" baseline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별점등록 팝업이 있는 상세페이지</a:t>
                      </a:r>
                      <a:endParaRPr kumimoji="1" lang="en-US" altLang="ko-KR" sz="800" baseline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lvl="0" indent="-171450" algn="just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/html/new/</a:t>
                      </a:r>
                      <a:r>
                        <a:rPr lang="en-US" altLang="ko-KR" sz="800" b="0" i="0" kern="1200" dirty="0" err="1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edu</a:t>
                      </a:r>
                      <a:r>
                        <a:rPr lang="en-US" altLang="ko-KR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/online_detail_star.html</a:t>
                      </a: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 (</a:t>
                      </a:r>
                      <a:r>
                        <a:rPr lang="ko-KR" altLang="en-US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온라인 과정 상세 페이지</a:t>
                      </a:r>
                      <a:r>
                        <a:rPr lang="en-US" altLang="ko-KR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endParaRPr kumimoji="1" lang="en-US" altLang="ko-KR" sz="800" baseline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0394727"/>
                  </a:ext>
                </a:extLst>
              </a:tr>
              <a:tr h="94493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20000"/>
                        </a:lnSpc>
                      </a:pPr>
                      <a:r>
                        <a:rPr kumimoji="1" lang="ko-KR" altLang="en-US" sz="800" baseline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온라인 과정 </a:t>
                      </a:r>
                      <a:r>
                        <a:rPr kumimoji="1" lang="en-US" altLang="ko-KR" sz="800" baseline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&gt; </a:t>
                      </a:r>
                      <a:r>
                        <a:rPr kumimoji="1" lang="ko-KR" altLang="en-US" sz="800" baseline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별점등록 팝업이 있는 상세페이지</a:t>
                      </a:r>
                      <a:endParaRPr kumimoji="1" lang="en-US" altLang="ko-KR" sz="800" baseline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lvl="0" indent="-171450" algn="just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/html/new/</a:t>
                      </a:r>
                      <a:r>
                        <a:rPr lang="en-US" altLang="ko-KR" sz="800" b="0" i="0" kern="1200" dirty="0" err="1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edu</a:t>
                      </a:r>
                      <a:r>
                        <a:rPr lang="en-US" altLang="ko-KR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/online_detail_star.html</a:t>
                      </a: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 (</a:t>
                      </a:r>
                      <a:r>
                        <a:rPr lang="ko-KR" altLang="en-US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온라인 과정 상세 페이지</a:t>
                      </a:r>
                      <a:r>
                        <a:rPr lang="en-US" altLang="ko-KR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endParaRPr kumimoji="1" lang="en-US" altLang="ko-KR" sz="800" baseline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83432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88340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D3FD0-CD03-7C85-9C1F-08CF76CCB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A69299-5FD7-F85C-89D2-F3548B8C6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x-none" dirty="0"/>
              <a:t>2. </a:t>
            </a:r>
            <a:r>
              <a:rPr kumimoji="1" lang="ko-KR" altLang="en-US" dirty="0"/>
              <a:t>수강신청</a:t>
            </a:r>
            <a:endParaRPr kumimoji="1" lang="x-none" altLang="en-US" dirty="0"/>
          </a:p>
        </p:txBody>
      </p:sp>
    </p:spTree>
    <p:extLst>
      <p:ext uri="{BB962C8B-B14F-4D97-AF65-F5344CB8AC3E}">
        <p14:creationId xmlns:p14="http://schemas.microsoft.com/office/powerpoint/2010/main" val="803679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69281-4FF6-370E-24D8-95DABEB56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70609E-170E-561A-05A3-4C4FAF22441B}"/>
              </a:ext>
            </a:extLst>
          </p:cNvPr>
          <p:cNvSpPr txBox="1"/>
          <p:nvPr/>
        </p:nvSpPr>
        <p:spPr>
          <a:xfrm>
            <a:off x="359585" y="759892"/>
            <a:ext cx="42957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200" b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r>
              <a:rPr kumimoji="1" lang="en-US" altLang="ko-KR" sz="1100" dirty="0">
                <a:solidFill>
                  <a:srgbClr val="FF6E26"/>
                </a:solidFill>
              </a:rPr>
              <a:t>| </a:t>
            </a:r>
            <a:r>
              <a:rPr kumimoji="1" lang="ko-KR" altLang="en-US" sz="1100" dirty="0">
                <a:solidFill>
                  <a:srgbClr val="FF6E26"/>
                </a:solidFill>
              </a:rPr>
              <a:t>수강신청 팝업</a:t>
            </a:r>
            <a:endParaRPr kumimoji="1" lang="en-US" altLang="ko-KR" sz="1100" dirty="0">
              <a:solidFill>
                <a:srgbClr val="FF6E26"/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7F8618E1-2922-024E-E78A-9B5EC5B953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4607162"/>
              </p:ext>
            </p:extLst>
          </p:nvPr>
        </p:nvGraphicFramePr>
        <p:xfrm>
          <a:off x="8819051" y="685842"/>
          <a:ext cx="3082946" cy="45961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4988">
                  <a:extLst>
                    <a:ext uri="{9D8B030D-6E8A-4147-A177-3AD203B41FA5}">
                      <a16:colId xmlns:a16="http://schemas.microsoft.com/office/drawing/2014/main" val="74772085"/>
                    </a:ext>
                  </a:extLst>
                </a:gridCol>
                <a:gridCol w="2557958">
                  <a:extLst>
                    <a:ext uri="{9D8B030D-6E8A-4147-A177-3AD203B41FA5}">
                      <a16:colId xmlns:a16="http://schemas.microsoft.com/office/drawing/2014/main" val="2572474025"/>
                    </a:ext>
                  </a:extLst>
                </a:gridCol>
              </a:tblGrid>
              <a:tr h="560557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수장신청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thumbnail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just" latinLnBrk="1">
                        <a:lnSpc>
                          <a:spcPct val="120000"/>
                        </a:lnSpc>
                      </a:pPr>
                      <a:endParaRPr lang="en-US" altLang="ko-KR" sz="900" b="0" baseline="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6699591"/>
                  </a:ext>
                </a:extLst>
              </a:tr>
              <a:tr h="72513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2-1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온라인 과정 상세 페이지에서 기수정보 탭의 수강신청 버튼 </a:t>
                      </a:r>
                      <a:r>
                        <a:rPr lang="ko-KR" altLang="en-US" sz="800" b="0" i="0" kern="1200" dirty="0" err="1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클릭시</a:t>
                      </a:r>
                      <a:r>
                        <a:rPr lang="ko-KR" altLang="en-US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수강신청 팝업으로 이동 </a:t>
                      </a:r>
                      <a:endParaRPr lang="en-US" altLang="ko-KR" sz="800" b="0" i="0" kern="1200" dirty="0">
                        <a:solidFill>
                          <a:schemeClr val="dk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lvl="0" indent="-171450" algn="just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/html/new/</a:t>
                      </a:r>
                      <a:r>
                        <a:rPr lang="en-US" altLang="ko-KR" sz="800" b="0" i="0" kern="1200" dirty="0" err="1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edu</a:t>
                      </a:r>
                      <a:r>
                        <a:rPr lang="en-US" altLang="ko-KR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/online_list.html(</a:t>
                      </a:r>
                      <a:r>
                        <a:rPr lang="ko-KR" altLang="en-US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온라인 과정 목록</a:t>
                      </a:r>
                      <a:r>
                        <a:rPr lang="en-US" altLang="ko-KR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endParaRPr kumimoji="1" lang="en-US" altLang="ko-KR" sz="800" baseline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2133637"/>
                  </a:ext>
                </a:extLst>
              </a:tr>
              <a:tr h="93009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2-2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기수정보에서 수강신청 버튼 </a:t>
                      </a:r>
                      <a:r>
                        <a:rPr lang="ko-KR" altLang="en-US" sz="800" b="0" i="0" kern="1200" dirty="0" err="1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클릭시</a:t>
                      </a:r>
                      <a:r>
                        <a:rPr lang="ko-KR" altLang="en-US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수강신청 팝업으로 이동 </a:t>
                      </a:r>
                      <a:endParaRPr lang="en-US" altLang="ko-KR" sz="800" b="0" i="0" kern="1200" dirty="0">
                        <a:solidFill>
                          <a:schemeClr val="dk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lvl="0" indent="-171450" algn="just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/html/new/</a:t>
                      </a:r>
                      <a:r>
                        <a:rPr lang="en-US" altLang="ko-KR" sz="800" b="0" i="0" kern="1200" dirty="0" err="1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edu</a:t>
                      </a:r>
                      <a:r>
                        <a:rPr lang="en-US" altLang="ko-KR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/su-step01.html</a:t>
                      </a: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 (</a:t>
                      </a:r>
                      <a:r>
                        <a:rPr lang="ko-KR" altLang="en-US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수강신청</a:t>
                      </a:r>
                      <a:r>
                        <a:rPr lang="en-US" altLang="ko-KR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_</a:t>
                      </a:r>
                      <a:r>
                        <a:rPr lang="ko-KR" altLang="en-US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기수선택</a:t>
                      </a:r>
                      <a:r>
                        <a:rPr lang="en-US" altLang="ko-KR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endParaRPr kumimoji="1" lang="en-US" altLang="ko-KR" sz="800" baseline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6330487"/>
                  </a:ext>
                </a:extLst>
              </a:tr>
              <a:tr h="72513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just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1" lang="en-US" altLang="ko-KR" sz="800" baseline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5783758"/>
                  </a:ext>
                </a:extLst>
              </a:tr>
              <a:tr h="93009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20000"/>
                        </a:lnSpc>
                      </a:pPr>
                      <a:endParaRPr kumimoji="1" lang="en-US" altLang="ko-KR" sz="800" baseline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0394727"/>
                  </a:ext>
                </a:extLst>
              </a:tr>
              <a:tr h="72513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20000"/>
                        </a:lnSpc>
                      </a:pPr>
                      <a:endParaRPr kumimoji="1" lang="en-US" altLang="ko-KR" sz="800" baseline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8343298"/>
                  </a:ext>
                </a:extLst>
              </a:tr>
            </a:tbl>
          </a:graphicData>
        </a:graphic>
      </p:graphicFrame>
      <p:sp>
        <p:nvSpPr>
          <p:cNvPr id="3" name="제목 2">
            <a:extLst>
              <a:ext uri="{FF2B5EF4-FFF2-40B4-BE49-F238E27FC236}">
                <a16:creationId xmlns:a16="http://schemas.microsoft.com/office/drawing/2014/main" id="{EE87CC1A-0E14-0E6E-92EF-C89CE1470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수강신청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DFFCEB9-534B-B58E-6E6C-4F22C95E8C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2276" y="2459150"/>
            <a:ext cx="4102110" cy="1048787"/>
          </a:xfrm>
          <a:prstGeom prst="rect">
            <a:avLst/>
          </a:prstGeom>
        </p:spPr>
      </p:pic>
      <p:sp>
        <p:nvSpPr>
          <p:cNvPr id="9" name="Button">
            <a:extLst>
              <a:ext uri="{FF2B5EF4-FFF2-40B4-BE49-F238E27FC236}">
                <a16:creationId xmlns:a16="http://schemas.microsoft.com/office/drawing/2014/main" id="{C893EA68-F5E9-9629-2995-FFDC4C1FE5C7}"/>
              </a:ext>
            </a:extLst>
          </p:cNvPr>
          <p:cNvSpPr/>
          <p:nvPr/>
        </p:nvSpPr>
        <p:spPr>
          <a:xfrm>
            <a:off x="8221415" y="2376204"/>
            <a:ext cx="290332" cy="193587"/>
          </a:xfrm>
          <a:prstGeom prst="roundRect">
            <a:avLst/>
          </a:prstGeom>
          <a:solidFill>
            <a:srgbClr val="FF0000"/>
          </a:solidFill>
          <a:ln w="3175">
            <a:solidFill>
              <a:srgbClr val="FF6E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45720" bIns="45720" rtlCol="0" anchor="ctr"/>
          <a:lstStyle>
            <a:defPPr>
              <a:defRPr lang="ko-KR"/>
            </a:defPPr>
            <a:lvl1pPr marL="0" algn="l" defTabSz="914377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en-US" sz="10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2-2</a:t>
            </a:r>
            <a:endParaRPr kumimoji="1" lang="x-none" altLang="en-US" sz="10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D140BBB0-9873-C891-6883-125F8F013A9F}"/>
              </a:ext>
            </a:extLst>
          </p:cNvPr>
          <p:cNvSpPr/>
          <p:nvPr/>
        </p:nvSpPr>
        <p:spPr>
          <a:xfrm>
            <a:off x="8064535" y="3090495"/>
            <a:ext cx="604093" cy="2913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D8848DAA-6D22-FE65-639D-39E084203D0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353"/>
          <a:stretch/>
        </p:blipFill>
        <p:spPr>
          <a:xfrm>
            <a:off x="359585" y="1609623"/>
            <a:ext cx="4222691" cy="3149385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6744E5B8-D862-8571-C90D-39B99C8EC99A}"/>
              </a:ext>
            </a:extLst>
          </p:cNvPr>
          <p:cNvSpPr/>
          <p:nvPr/>
        </p:nvSpPr>
        <p:spPr>
          <a:xfrm>
            <a:off x="2698844" y="3683543"/>
            <a:ext cx="604093" cy="1935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Button">
            <a:extLst>
              <a:ext uri="{FF2B5EF4-FFF2-40B4-BE49-F238E27FC236}">
                <a16:creationId xmlns:a16="http://schemas.microsoft.com/office/drawing/2014/main" id="{74952899-CEB2-6DF4-3B75-6029D3DB963C}"/>
              </a:ext>
            </a:extLst>
          </p:cNvPr>
          <p:cNvSpPr/>
          <p:nvPr/>
        </p:nvSpPr>
        <p:spPr>
          <a:xfrm>
            <a:off x="3157771" y="3422688"/>
            <a:ext cx="290332" cy="193587"/>
          </a:xfrm>
          <a:prstGeom prst="roundRect">
            <a:avLst/>
          </a:prstGeom>
          <a:solidFill>
            <a:srgbClr val="FF0000"/>
          </a:solidFill>
          <a:ln w="3175">
            <a:solidFill>
              <a:srgbClr val="FF6E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45720" bIns="45720" rtlCol="0" anchor="ctr"/>
          <a:lstStyle>
            <a:defPPr>
              <a:defRPr lang="ko-KR"/>
            </a:defPPr>
            <a:lvl1pPr marL="0" algn="l" defTabSz="914377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en-US" sz="10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2-1</a:t>
            </a:r>
            <a:endParaRPr kumimoji="1" lang="x-none" altLang="en-US" sz="10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679674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E9055-63F7-44EB-B0CC-E98C4C8ED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87CB971-0052-480B-AB43-8679560C010C}"/>
              </a:ext>
            </a:extLst>
          </p:cNvPr>
          <p:cNvSpPr txBox="1"/>
          <p:nvPr/>
        </p:nvSpPr>
        <p:spPr>
          <a:xfrm>
            <a:off x="359585" y="759892"/>
            <a:ext cx="42957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200" b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r>
              <a:rPr kumimoji="1" lang="en-US" altLang="ko-KR" sz="1100" dirty="0">
                <a:solidFill>
                  <a:srgbClr val="FF6E26"/>
                </a:solidFill>
              </a:rPr>
              <a:t>| </a:t>
            </a:r>
            <a:r>
              <a:rPr kumimoji="1" lang="ko-KR" altLang="en-US" sz="1100" dirty="0">
                <a:solidFill>
                  <a:srgbClr val="FF6E26"/>
                </a:solidFill>
              </a:rPr>
              <a:t>수강신청 팝업</a:t>
            </a:r>
            <a:endParaRPr kumimoji="1" lang="en-US" altLang="ko-KR" sz="1100" dirty="0">
              <a:solidFill>
                <a:srgbClr val="FF6E26"/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3336BFEF-A7C5-2D47-660E-0671E90C24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114686"/>
              </p:ext>
            </p:extLst>
          </p:nvPr>
        </p:nvGraphicFramePr>
        <p:xfrm>
          <a:off x="8819051" y="685842"/>
          <a:ext cx="3082946" cy="4766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4988">
                  <a:extLst>
                    <a:ext uri="{9D8B030D-6E8A-4147-A177-3AD203B41FA5}">
                      <a16:colId xmlns:a16="http://schemas.microsoft.com/office/drawing/2014/main" val="74772085"/>
                    </a:ext>
                  </a:extLst>
                </a:gridCol>
                <a:gridCol w="2557958">
                  <a:extLst>
                    <a:ext uri="{9D8B030D-6E8A-4147-A177-3AD203B41FA5}">
                      <a16:colId xmlns:a16="http://schemas.microsoft.com/office/drawing/2014/main" val="2572474025"/>
                    </a:ext>
                  </a:extLst>
                </a:gridCol>
              </a:tblGrid>
              <a:tr h="560557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과정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thumbnail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just" latinLnBrk="1">
                        <a:lnSpc>
                          <a:spcPct val="120000"/>
                        </a:lnSpc>
                      </a:pPr>
                      <a:endParaRPr lang="en-US" altLang="ko-KR" sz="900" b="0" baseline="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6699591"/>
                  </a:ext>
                </a:extLst>
              </a:tr>
              <a:tr h="72513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2-3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aseline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수강신청 팝업  </a:t>
                      </a:r>
                      <a:r>
                        <a:rPr kumimoji="1" lang="en-US" altLang="ko-KR" sz="800" baseline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</a:t>
                      </a:r>
                      <a:r>
                        <a:rPr kumimoji="1" lang="ko-KR" altLang="en-US" sz="800" baseline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단계 기수선택 화면에서 다음 버튼 </a:t>
                      </a:r>
                      <a:r>
                        <a:rPr kumimoji="1" lang="ko-KR" altLang="en-US" sz="800" baseline="0" dirty="0" err="1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클릭시</a:t>
                      </a:r>
                      <a:r>
                        <a:rPr kumimoji="1" lang="ko-KR" altLang="en-US" sz="800" baseline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endParaRPr kumimoji="1" lang="en-US" altLang="ko-KR" sz="800" baseline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aseline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</a:t>
                      </a:r>
                      <a:r>
                        <a:rPr kumimoji="1" lang="ko-KR" altLang="en-US" sz="800" baseline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단계  개인정보동의 팝업으로 이동</a:t>
                      </a:r>
                      <a:endParaRPr kumimoji="1" lang="en-US" altLang="ko-KR" sz="800" baseline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lvl="0" indent="-171450" algn="just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/html/new/</a:t>
                      </a:r>
                      <a:r>
                        <a:rPr lang="en-US" altLang="ko-KR" sz="800" b="0" i="0" kern="1200" dirty="0" err="1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edu</a:t>
                      </a:r>
                      <a:r>
                        <a:rPr lang="en-US" altLang="ko-KR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/su-step02.html</a:t>
                      </a: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 (</a:t>
                      </a:r>
                      <a:r>
                        <a:rPr lang="ko-KR" altLang="en-US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수강신청</a:t>
                      </a:r>
                      <a:r>
                        <a:rPr lang="en-US" altLang="ko-KR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_</a:t>
                      </a:r>
                      <a:r>
                        <a:rPr lang="ko-KR" altLang="en-US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개인정보동의</a:t>
                      </a:r>
                      <a:r>
                        <a:rPr lang="en-US" altLang="ko-KR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endParaRPr kumimoji="1" lang="en-US" altLang="ko-KR" sz="800" baseline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aseline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2133637"/>
                  </a:ext>
                </a:extLst>
              </a:tr>
              <a:tr h="9300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2-4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20000"/>
                        </a:lnSpc>
                      </a:pPr>
                      <a:r>
                        <a:rPr kumimoji="1" lang="ko-KR" altLang="en-US" sz="800" baseline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수강신청 팝업 </a:t>
                      </a:r>
                      <a:r>
                        <a:rPr kumimoji="1" lang="en-US" altLang="ko-KR" sz="800" baseline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</a:t>
                      </a:r>
                      <a:r>
                        <a:rPr kumimoji="1" lang="ko-KR" altLang="en-US" sz="800" baseline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단계 개인정보 동의 화면에서 다음 버튼 </a:t>
                      </a:r>
                      <a:r>
                        <a:rPr kumimoji="1" lang="ko-KR" altLang="en-US" sz="800" baseline="0" dirty="0" err="1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클릭시</a:t>
                      </a:r>
                      <a:r>
                        <a:rPr kumimoji="1" lang="ko-KR" altLang="en-US" sz="800" baseline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kumimoji="1" lang="en-US" altLang="ko-KR" sz="800" baseline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</a:t>
                      </a:r>
                      <a:r>
                        <a:rPr kumimoji="1" lang="ko-KR" altLang="en-US" sz="800" baseline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단계 신청정보입력으로 이동</a:t>
                      </a:r>
                      <a:endParaRPr kumimoji="1" lang="en-US" altLang="ko-KR" sz="800" baseline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lvl="0" indent="-171450" algn="just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/html/new/</a:t>
                      </a:r>
                      <a:r>
                        <a:rPr lang="en-US" altLang="ko-KR" sz="800" b="0" i="0" kern="1200" dirty="0" err="1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edu</a:t>
                      </a:r>
                      <a:r>
                        <a:rPr lang="en-US" altLang="ko-KR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/su-step03.html</a:t>
                      </a: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 (</a:t>
                      </a:r>
                      <a:r>
                        <a:rPr lang="ko-KR" altLang="en-US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수강신청</a:t>
                      </a:r>
                      <a:r>
                        <a:rPr lang="en-US" altLang="ko-KR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_</a:t>
                      </a:r>
                      <a:r>
                        <a:rPr lang="ko-KR" altLang="en-US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신청정보입력</a:t>
                      </a:r>
                      <a:r>
                        <a:rPr lang="en-US" altLang="ko-KR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endParaRPr kumimoji="1" lang="en-US" altLang="ko-KR" sz="800" baseline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6330487"/>
                  </a:ext>
                </a:extLst>
              </a:tr>
              <a:tr h="72513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2-5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aseline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수강신청 팝업  </a:t>
                      </a:r>
                      <a:r>
                        <a:rPr kumimoji="1" lang="en-US" altLang="ko-KR" sz="800" baseline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</a:t>
                      </a:r>
                      <a:r>
                        <a:rPr kumimoji="1" lang="ko-KR" altLang="en-US" sz="800" baseline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단계 신청정보입력 화면에서 다음 버튼 </a:t>
                      </a:r>
                      <a:r>
                        <a:rPr kumimoji="1" lang="ko-KR" altLang="en-US" sz="800" baseline="0" dirty="0" err="1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클릭시</a:t>
                      </a:r>
                      <a:r>
                        <a:rPr kumimoji="1" lang="ko-KR" altLang="en-US" sz="800" baseline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kumimoji="1" lang="en-US" altLang="ko-KR" sz="800" baseline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4</a:t>
                      </a:r>
                      <a:r>
                        <a:rPr kumimoji="1" lang="ko-KR" altLang="en-US" sz="800" baseline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단계  수강신청 완료 팝업으로 이동</a:t>
                      </a:r>
                      <a:endParaRPr kumimoji="1" lang="en-US" altLang="ko-KR" sz="800" baseline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lvl="0" indent="-171450" algn="just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/html/new/</a:t>
                      </a:r>
                      <a:r>
                        <a:rPr lang="en-US" altLang="ko-KR" sz="800" b="0" i="0" kern="1200" dirty="0" err="1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edu</a:t>
                      </a:r>
                      <a:r>
                        <a:rPr lang="en-US" altLang="ko-KR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/su-step04.html</a:t>
                      </a: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 (</a:t>
                      </a:r>
                      <a:r>
                        <a:rPr lang="ko-KR" altLang="en-US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수강신청</a:t>
                      </a:r>
                      <a:r>
                        <a:rPr lang="en-US" altLang="ko-KR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_</a:t>
                      </a:r>
                      <a:r>
                        <a:rPr lang="ko-KR" altLang="en-US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신청정보입력</a:t>
                      </a:r>
                      <a:r>
                        <a:rPr lang="en-US" altLang="ko-KR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endParaRPr kumimoji="1" lang="en-US" altLang="ko-KR" sz="800" baseline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lvl="0" indent="-171450" algn="just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1" lang="en-US" altLang="ko-KR" sz="800" baseline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5783758"/>
                  </a:ext>
                </a:extLst>
              </a:tr>
              <a:tr h="93009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2-4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20000"/>
                        </a:lnSpc>
                      </a:pPr>
                      <a:r>
                        <a:rPr kumimoji="1" lang="ko-KR" altLang="en-US" sz="800" baseline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수강신청 팝업 </a:t>
                      </a:r>
                      <a:r>
                        <a:rPr kumimoji="1" lang="en-US" altLang="ko-KR" sz="800" baseline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</a:t>
                      </a:r>
                      <a:r>
                        <a:rPr kumimoji="1" lang="ko-KR" altLang="en-US" sz="800" baseline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단계 개인정보 동의 화면에서 다음 버튼 </a:t>
                      </a:r>
                      <a:r>
                        <a:rPr kumimoji="1" lang="ko-KR" altLang="en-US" sz="800" baseline="0" dirty="0" err="1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클릭시</a:t>
                      </a:r>
                      <a:r>
                        <a:rPr kumimoji="1" lang="ko-KR" altLang="en-US" sz="800" baseline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kumimoji="1" lang="en-US" altLang="ko-KR" sz="800" baseline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</a:t>
                      </a:r>
                      <a:r>
                        <a:rPr kumimoji="1" lang="ko-KR" altLang="en-US" sz="800" baseline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단계 신청정보입력으로 이동</a:t>
                      </a:r>
                      <a:endParaRPr kumimoji="1" lang="en-US" altLang="ko-KR" sz="800" baseline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algn="just" latinLnBrk="1">
                        <a:lnSpc>
                          <a:spcPct val="120000"/>
                        </a:lnSpc>
                      </a:pPr>
                      <a:r>
                        <a:rPr kumimoji="1" lang="en-US" altLang="ko-KR" sz="800" baseline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kumimoji="1" lang="ko-KR" altLang="en-US" sz="800" baseline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별점등록 팝업이 있는 상세페이지</a:t>
                      </a:r>
                      <a:endParaRPr kumimoji="1" lang="en-US" altLang="ko-KR" sz="800" baseline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lvl="0" indent="-171450" algn="just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/html/new/</a:t>
                      </a:r>
                      <a:r>
                        <a:rPr lang="en-US" altLang="ko-KR" sz="800" b="0" i="0" kern="1200" dirty="0" err="1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edu</a:t>
                      </a:r>
                      <a:r>
                        <a:rPr lang="en-US" altLang="ko-KR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/su-step02.html</a:t>
                      </a: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 (</a:t>
                      </a:r>
                      <a:r>
                        <a:rPr lang="ko-KR" altLang="en-US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수강신청</a:t>
                      </a:r>
                      <a:r>
                        <a:rPr lang="en-US" altLang="ko-KR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_</a:t>
                      </a:r>
                      <a:r>
                        <a:rPr lang="ko-KR" altLang="en-US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개인정보동의</a:t>
                      </a:r>
                      <a:r>
                        <a:rPr lang="en-US" altLang="ko-KR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endParaRPr kumimoji="1" lang="en-US" altLang="ko-KR" sz="800" baseline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0394727"/>
                  </a:ext>
                </a:extLst>
              </a:tr>
              <a:tr h="72513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20000"/>
                        </a:lnSpc>
                      </a:pPr>
                      <a:r>
                        <a:rPr kumimoji="1" lang="ko-KR" altLang="en-US" sz="800" baseline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온라인 과정 </a:t>
                      </a:r>
                      <a:r>
                        <a:rPr kumimoji="1" lang="en-US" altLang="ko-KR" sz="800" baseline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&gt; </a:t>
                      </a:r>
                      <a:r>
                        <a:rPr kumimoji="1" lang="ko-KR" altLang="en-US" sz="800" baseline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별점등록 팝업이 있는 상세페이지</a:t>
                      </a:r>
                      <a:endParaRPr kumimoji="1" lang="en-US" altLang="ko-KR" sz="800" baseline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lvl="0" indent="-171450" algn="just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/html/new/</a:t>
                      </a:r>
                      <a:r>
                        <a:rPr lang="en-US" altLang="ko-KR" sz="800" b="0" i="0" kern="1200" dirty="0" err="1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edu</a:t>
                      </a:r>
                      <a:r>
                        <a:rPr lang="en-US" altLang="ko-KR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/online_detail_star.html</a:t>
                      </a: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    (</a:t>
                      </a:r>
                      <a:r>
                        <a:rPr lang="ko-KR" altLang="en-US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온라인 과정 상세 페이지</a:t>
                      </a:r>
                      <a:r>
                        <a:rPr lang="en-US" altLang="ko-KR" sz="800" b="0" i="0" kern="1200" dirty="0">
                          <a:solidFill>
                            <a:schemeClr val="dk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endParaRPr kumimoji="1" lang="en-US" altLang="ko-KR" sz="800" baseline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8343298"/>
                  </a:ext>
                </a:extLst>
              </a:tr>
            </a:tbl>
          </a:graphicData>
        </a:graphic>
      </p:graphicFrame>
      <p:sp>
        <p:nvSpPr>
          <p:cNvPr id="3" name="제목 2">
            <a:extLst>
              <a:ext uri="{FF2B5EF4-FFF2-40B4-BE49-F238E27FC236}">
                <a16:creationId xmlns:a16="http://schemas.microsoft.com/office/drawing/2014/main" id="{CD85D085-DDDA-2896-9281-05C797CEA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3AFC843-380D-AEBC-A1A2-A2B7117383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706" y="1191769"/>
            <a:ext cx="2569359" cy="1792320"/>
          </a:xfrm>
          <a:prstGeom prst="rect">
            <a:avLst/>
          </a:prstGeom>
        </p:spPr>
      </p:pic>
      <p:sp>
        <p:nvSpPr>
          <p:cNvPr id="4" name="Button">
            <a:extLst>
              <a:ext uri="{FF2B5EF4-FFF2-40B4-BE49-F238E27FC236}">
                <a16:creationId xmlns:a16="http://schemas.microsoft.com/office/drawing/2014/main" id="{27A1627B-49DA-0FF5-F6AC-CB15403AE97C}"/>
              </a:ext>
            </a:extLst>
          </p:cNvPr>
          <p:cNvSpPr/>
          <p:nvPr/>
        </p:nvSpPr>
        <p:spPr>
          <a:xfrm>
            <a:off x="2739939" y="1021924"/>
            <a:ext cx="290332" cy="193587"/>
          </a:xfrm>
          <a:prstGeom prst="roundRect">
            <a:avLst/>
          </a:prstGeom>
          <a:solidFill>
            <a:srgbClr val="FF0000"/>
          </a:solidFill>
          <a:ln w="3175">
            <a:solidFill>
              <a:srgbClr val="FF6E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45720" bIns="45720" rtlCol="0" anchor="ctr"/>
          <a:lstStyle>
            <a:defPPr>
              <a:defRPr lang="ko-KR"/>
            </a:defPPr>
            <a:lvl1pPr marL="0" algn="l" defTabSz="914377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en-US" sz="10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2-3</a:t>
            </a:r>
            <a:endParaRPr kumimoji="1" lang="x-none" altLang="en-US" sz="10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09E20C6-1F2C-A94D-3CDD-AB6B978D9AB2}"/>
              </a:ext>
            </a:extLst>
          </p:cNvPr>
          <p:cNvSpPr/>
          <p:nvPr/>
        </p:nvSpPr>
        <p:spPr>
          <a:xfrm>
            <a:off x="2360690" y="2529646"/>
            <a:ext cx="440210" cy="2608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DFCB275-25B0-1633-A78B-64CE55EE19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887" y="3122145"/>
            <a:ext cx="2421013" cy="2835490"/>
          </a:xfrm>
          <a:prstGeom prst="rect">
            <a:avLst/>
          </a:prstGeom>
        </p:spPr>
      </p:pic>
      <p:sp>
        <p:nvSpPr>
          <p:cNvPr id="11" name="Button">
            <a:extLst>
              <a:ext uri="{FF2B5EF4-FFF2-40B4-BE49-F238E27FC236}">
                <a16:creationId xmlns:a16="http://schemas.microsoft.com/office/drawing/2014/main" id="{2AB572DE-74D9-90F2-2F8F-D273A816530D}"/>
              </a:ext>
            </a:extLst>
          </p:cNvPr>
          <p:cNvSpPr/>
          <p:nvPr/>
        </p:nvSpPr>
        <p:spPr>
          <a:xfrm>
            <a:off x="2594773" y="3057140"/>
            <a:ext cx="290332" cy="193587"/>
          </a:xfrm>
          <a:prstGeom prst="roundRect">
            <a:avLst/>
          </a:prstGeom>
          <a:solidFill>
            <a:srgbClr val="FF0000"/>
          </a:solidFill>
          <a:ln w="3175">
            <a:solidFill>
              <a:srgbClr val="FF6E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45720" bIns="45720" rtlCol="0" anchor="ctr"/>
          <a:lstStyle>
            <a:defPPr>
              <a:defRPr lang="ko-KR"/>
            </a:defPPr>
            <a:lvl1pPr marL="0" algn="l" defTabSz="914377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en-US" sz="10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2-4</a:t>
            </a:r>
            <a:endParaRPr kumimoji="1" lang="x-none" altLang="en-US" sz="10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A9BDEB3-D42A-C1DB-FD84-4ACE45CD4373}"/>
              </a:ext>
            </a:extLst>
          </p:cNvPr>
          <p:cNvSpPr/>
          <p:nvPr/>
        </p:nvSpPr>
        <p:spPr>
          <a:xfrm>
            <a:off x="2246389" y="5530616"/>
            <a:ext cx="440210" cy="2608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C833A7B6-8BEF-DB3F-3D37-0E89689E13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6632" y="2053224"/>
            <a:ext cx="2273829" cy="2395005"/>
          </a:xfrm>
          <a:prstGeom prst="rect">
            <a:avLst/>
          </a:prstGeom>
        </p:spPr>
      </p:pic>
      <p:sp>
        <p:nvSpPr>
          <p:cNvPr id="20" name="Button">
            <a:extLst>
              <a:ext uri="{FF2B5EF4-FFF2-40B4-BE49-F238E27FC236}">
                <a16:creationId xmlns:a16="http://schemas.microsoft.com/office/drawing/2014/main" id="{EE308D0D-2B19-80D6-2839-B12561AE251F}"/>
              </a:ext>
            </a:extLst>
          </p:cNvPr>
          <p:cNvSpPr/>
          <p:nvPr/>
        </p:nvSpPr>
        <p:spPr>
          <a:xfrm>
            <a:off x="5176114" y="1907823"/>
            <a:ext cx="290332" cy="193587"/>
          </a:xfrm>
          <a:prstGeom prst="roundRect">
            <a:avLst/>
          </a:prstGeom>
          <a:solidFill>
            <a:srgbClr val="FF0000"/>
          </a:solidFill>
          <a:ln w="3175">
            <a:solidFill>
              <a:srgbClr val="FF6E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45720" bIns="45720" rtlCol="0" anchor="ctr"/>
          <a:lstStyle>
            <a:defPPr>
              <a:defRPr lang="ko-KR"/>
            </a:defPPr>
            <a:lvl1pPr marL="0" algn="l" defTabSz="914377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en-US" sz="10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2-5</a:t>
            </a:r>
            <a:endParaRPr kumimoji="1" lang="x-none" altLang="en-US" sz="10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9C8CDAC-A325-30AD-7BDD-67EBBF9279B1}"/>
              </a:ext>
            </a:extLst>
          </p:cNvPr>
          <p:cNvSpPr/>
          <p:nvPr/>
        </p:nvSpPr>
        <p:spPr>
          <a:xfrm>
            <a:off x="4906793" y="4032849"/>
            <a:ext cx="417468" cy="2473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64B0A488-11F8-B0C5-DF52-F2974E5537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8126" y="1744396"/>
            <a:ext cx="2903260" cy="3202659"/>
          </a:xfrm>
          <a:prstGeom prst="rect">
            <a:avLst/>
          </a:prstGeom>
        </p:spPr>
      </p:pic>
      <p:sp>
        <p:nvSpPr>
          <p:cNvPr id="30" name="Button">
            <a:extLst>
              <a:ext uri="{FF2B5EF4-FFF2-40B4-BE49-F238E27FC236}">
                <a16:creationId xmlns:a16="http://schemas.microsoft.com/office/drawing/2014/main" id="{D6F5BE89-5D87-0514-3035-A49F622D92B0}"/>
              </a:ext>
            </a:extLst>
          </p:cNvPr>
          <p:cNvSpPr/>
          <p:nvPr/>
        </p:nvSpPr>
        <p:spPr>
          <a:xfrm>
            <a:off x="8399887" y="1550809"/>
            <a:ext cx="290332" cy="193587"/>
          </a:xfrm>
          <a:prstGeom prst="roundRect">
            <a:avLst/>
          </a:prstGeom>
          <a:solidFill>
            <a:srgbClr val="FF0000"/>
          </a:solidFill>
          <a:ln w="3175">
            <a:solidFill>
              <a:srgbClr val="FF6E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45720" bIns="45720" rtlCol="0" anchor="ctr"/>
          <a:lstStyle>
            <a:defPPr>
              <a:defRPr lang="ko-KR"/>
            </a:defPPr>
            <a:lvl1pPr marL="0" algn="l" defTabSz="914377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en-US" sz="10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2-5</a:t>
            </a:r>
            <a:endParaRPr kumimoji="1" lang="x-none" altLang="en-US" sz="10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369452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5410</TotalTime>
  <Words>746</Words>
  <Application>Microsoft Office PowerPoint</Application>
  <PresentationFormat>와이드스크린</PresentationFormat>
  <Paragraphs>147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7" baseType="lpstr">
      <vt:lpstr>Pretendard</vt:lpstr>
      <vt:lpstr>Pretendard Light</vt:lpstr>
      <vt:lpstr>Pretendard Medium</vt:lpstr>
      <vt:lpstr>Pretendard SemiBold</vt:lpstr>
      <vt:lpstr>맑은 고딕</vt:lpstr>
      <vt:lpstr>Arial</vt:lpstr>
      <vt:lpstr>Wingdings</vt:lpstr>
      <vt:lpstr>Office 테마</vt:lpstr>
      <vt:lpstr>FRONT 교육.화면경로</vt:lpstr>
      <vt:lpstr>Document History</vt:lpstr>
      <vt:lpstr>1. 과정 목록</vt:lpstr>
      <vt:lpstr>과정목록</vt:lpstr>
      <vt:lpstr>과정목록</vt:lpstr>
      <vt:lpstr>과정목록</vt:lpstr>
      <vt:lpstr>2. 수강신청</vt:lpstr>
      <vt:lpstr>수강신청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didwlsdn0720@outlook.com</dc:creator>
  <cp:lastModifiedBy>nauri</cp:lastModifiedBy>
  <cp:revision>606</cp:revision>
  <dcterms:created xsi:type="dcterms:W3CDTF">2024-01-10T04:51:29Z</dcterms:created>
  <dcterms:modified xsi:type="dcterms:W3CDTF">2024-11-15T11:32:46Z</dcterms:modified>
</cp:coreProperties>
</file>